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Lst>
  <p:sldSz cx="12192000" cy="6858000"/>
  <p:notesSz cx="6858000" cy="9144000"/>
  <p:embeddedFontLst>
    <p:embeddedFont>
      <p:font typeface="Quattrocento Sans" panose="020B0604020202020204" charset="0"/>
      <p:bold r:id="rId19"/>
      <p:boldItalic r:id="rId20"/>
    </p:embeddedFont>
    <p:embeddedFont>
      <p:font typeface="Calibri" panose="020F0502020204030204" pitchFamily="3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86" autoAdjust="0"/>
    <p:restoredTop sz="94660"/>
  </p:normalViewPr>
  <p:slideViewPr>
    <p:cSldViewPr snapToGrid="0">
      <p:cViewPr varScale="1">
        <p:scale>
          <a:sx n="69" d="100"/>
          <a:sy n="69" d="100"/>
        </p:scale>
        <p:origin x="61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8788"/>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4" name="Shape 4"/>
          <p:cNvSpPr txBox="1">
            <a:spLocks noGrp="1"/>
          </p:cNvSpPr>
          <p:nvPr>
            <p:ph type="dt" idx="10"/>
          </p:nvPr>
        </p:nvSpPr>
        <p:spPr>
          <a:xfrm>
            <a:off x="3884612" y="0"/>
            <a:ext cx="2971799" cy="458788"/>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5" name="Shape 5"/>
          <p:cNvSpPr>
            <a:spLocks noGrp="1" noRot="1" noChangeAspect="1"/>
          </p:cNvSpPr>
          <p:nvPr>
            <p:ph type="sldImg" idx="3"/>
          </p:nvPr>
        </p:nvSpPr>
        <p:spPr>
          <a:xfrm>
            <a:off x="685800" y="1143000"/>
            <a:ext cx="5486399" cy="3086099"/>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400550"/>
            <a:ext cx="5486399" cy="360045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200" b="0" i="0" u="none" strike="noStrike" cap="none">
                <a:solidFill>
                  <a:schemeClr val="dk1"/>
                </a:solidFill>
                <a:latin typeface="Calibri"/>
                <a:ea typeface="Calibri"/>
                <a:cs typeface="Calibri"/>
                <a:sym typeface="Calibri"/>
              </a:defRPr>
            </a:lvl2pPr>
            <a:lvl3pPr marL="914400" marR="0" lvl="2" indent="0" algn="l" rtl="0">
              <a:spcBef>
                <a:spcPts val="0"/>
              </a:spcBef>
              <a:buNone/>
              <a:defRPr sz="1200" b="0" i="0" u="none" strike="noStrike" cap="none">
                <a:solidFill>
                  <a:schemeClr val="dk1"/>
                </a:solidFill>
                <a:latin typeface="Calibri"/>
                <a:ea typeface="Calibri"/>
                <a:cs typeface="Calibri"/>
                <a:sym typeface="Calibri"/>
              </a:defRPr>
            </a:lvl3pPr>
            <a:lvl4pPr marL="1371600" marR="0" lvl="3" indent="0" algn="l" rtl="0">
              <a:spcBef>
                <a:spcPts val="0"/>
              </a:spcBef>
              <a:buNone/>
              <a:defRPr sz="1200" b="0" i="0" u="none" strike="noStrike" cap="none">
                <a:solidFill>
                  <a:schemeClr val="dk1"/>
                </a:solidFill>
                <a:latin typeface="Calibri"/>
                <a:ea typeface="Calibri"/>
                <a:cs typeface="Calibri"/>
                <a:sym typeface="Calibri"/>
              </a:defRPr>
            </a:lvl4pPr>
            <a:lvl5pPr marL="1828800" marR="0" lvl="4" indent="0" algn="l" rtl="0">
              <a:spcBef>
                <a:spcPts val="0"/>
              </a:spcBef>
              <a:buNone/>
              <a:defRPr sz="1200" b="0" i="0" u="none" strike="noStrike" cap="none">
                <a:solidFill>
                  <a:schemeClr val="dk1"/>
                </a:solidFill>
                <a:latin typeface="Calibri"/>
                <a:ea typeface="Calibri"/>
                <a:cs typeface="Calibri"/>
                <a:sym typeface="Calibri"/>
              </a:defRPr>
            </a:lvl5pPr>
            <a:lvl6pPr marL="2286000" marR="0" lvl="5" indent="0" algn="l" rtl="0">
              <a:spcBef>
                <a:spcPts val="0"/>
              </a:spcBef>
              <a:buNone/>
              <a:defRPr sz="1200" b="0" i="0" u="none" strike="noStrike" cap="none">
                <a:solidFill>
                  <a:schemeClr val="dk1"/>
                </a:solidFill>
                <a:latin typeface="Calibri"/>
                <a:ea typeface="Calibri"/>
                <a:cs typeface="Calibri"/>
                <a:sym typeface="Calibri"/>
              </a:defRPr>
            </a:lvl6pPr>
            <a:lvl7pPr marL="2743200" marR="0" lvl="6" indent="0" algn="l" rtl="0">
              <a:spcBef>
                <a:spcPts val="0"/>
              </a:spcBef>
              <a:buNone/>
              <a:defRPr sz="1200" b="0" i="0" u="none" strike="noStrike" cap="none">
                <a:solidFill>
                  <a:schemeClr val="dk1"/>
                </a:solidFill>
                <a:latin typeface="Calibri"/>
                <a:ea typeface="Calibri"/>
                <a:cs typeface="Calibri"/>
                <a:sym typeface="Calibri"/>
              </a:defRPr>
            </a:lvl7pPr>
            <a:lvl8pPr marL="3200400" marR="0" lvl="7" indent="0" algn="l" rtl="0">
              <a:spcBef>
                <a:spcPts val="0"/>
              </a:spcBef>
              <a:buNone/>
              <a:defRPr sz="1200" b="0" i="0" u="none" strike="noStrike" cap="none">
                <a:solidFill>
                  <a:schemeClr val="dk1"/>
                </a:solidFill>
                <a:latin typeface="Calibri"/>
                <a:ea typeface="Calibri"/>
                <a:cs typeface="Calibri"/>
                <a:sym typeface="Calibri"/>
              </a:defRPr>
            </a:lvl8pPr>
            <a:lvl9pPr marL="3657600" marR="0" lvl="8" indent="0" algn="l" rtl="0">
              <a:spcBef>
                <a:spcPts val="0"/>
              </a:spcBef>
              <a:buNone/>
              <a:defRPr sz="1200" b="0" i="0" u="none" strike="noStrike" cap="none">
                <a:solidFill>
                  <a:schemeClr val="dk1"/>
                </a:solidFill>
                <a:latin typeface="Calibri"/>
                <a:ea typeface="Calibri"/>
                <a:cs typeface="Calibri"/>
                <a:sym typeface="Calibri"/>
              </a:defRPr>
            </a:lvl9pPr>
          </a:lstStyle>
          <a:p>
            <a:endParaRPr/>
          </a:p>
        </p:txBody>
      </p:sp>
      <p:sp>
        <p:nvSpPr>
          <p:cNvPr id="7" name="Shape 7"/>
          <p:cNvSpPr txBox="1">
            <a:spLocks noGrp="1"/>
          </p:cNvSpPr>
          <p:nvPr>
            <p:ph type="ftr" idx="11"/>
          </p:nvPr>
        </p:nvSpPr>
        <p:spPr>
          <a:xfrm>
            <a:off x="0" y="8685213"/>
            <a:ext cx="2971799" cy="458786"/>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3884612" y="8685213"/>
            <a:ext cx="2971799" cy="458786"/>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Calibri"/>
                <a:ea typeface="Calibri"/>
                <a:cs typeface="Calibri"/>
                <a:sym typeface="Calibri"/>
              </a:rPr>
              <a:t>‹#›</a:t>
            </a:fld>
            <a:endParaRPr lang="en-US"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Shape 85"/>
          <p:cNvSpPr txBox="1">
            <a:spLocks noGrp="1"/>
          </p:cNvSpPr>
          <p:nvPr>
            <p:ph type="body" idx="1"/>
          </p:nvPr>
        </p:nvSpPr>
        <p:spPr>
          <a:xfrm>
            <a:off x="685800" y="4400550"/>
            <a:ext cx="5486399" cy="3600450"/>
          </a:xfrm>
          <a:prstGeom prst="rect">
            <a:avLst/>
          </a:prstGeom>
        </p:spPr>
        <p:txBody>
          <a:bodyPr lIns="91425" tIns="91425" rIns="91425" bIns="91425" anchor="t" anchorCtr="0">
            <a:noAutofit/>
          </a:bodyPr>
          <a:lstStyle/>
          <a:p>
            <a:pPr lvl="0">
              <a:spcBef>
                <a:spcPts val="0"/>
              </a:spcBef>
              <a:buNone/>
            </a:pPr>
            <a:endParaRPr/>
          </a:p>
        </p:txBody>
      </p:sp>
      <p:sp>
        <p:nvSpPr>
          <p:cNvPr id="86" name="Shape 86"/>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Shape 91"/>
          <p:cNvSpPr txBox="1">
            <a:spLocks noGrp="1"/>
          </p:cNvSpPr>
          <p:nvPr>
            <p:ph type="body" idx="1"/>
          </p:nvPr>
        </p:nvSpPr>
        <p:spPr>
          <a:xfrm>
            <a:off x="685800" y="4400550"/>
            <a:ext cx="5486399" cy="3600450"/>
          </a:xfrm>
          <a:prstGeom prst="rect">
            <a:avLst/>
          </a:prstGeom>
        </p:spPr>
        <p:txBody>
          <a:bodyPr lIns="91425" tIns="91425" rIns="91425" bIns="91425" anchor="t" anchorCtr="0">
            <a:noAutofit/>
          </a:bodyPr>
          <a:lstStyle/>
          <a:p>
            <a:pPr lvl="0">
              <a:spcBef>
                <a:spcPts val="0"/>
              </a:spcBef>
              <a:buNone/>
            </a:pPr>
            <a:endParaRPr/>
          </a:p>
        </p:txBody>
      </p:sp>
      <p:sp>
        <p:nvSpPr>
          <p:cNvPr id="92" name="Shape 92"/>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8" name="Shape 98"/>
          <p:cNvSpPr txBox="1">
            <a:spLocks noGrp="1"/>
          </p:cNvSpPr>
          <p:nvPr>
            <p:ph type="body" idx="1"/>
          </p:nvPr>
        </p:nvSpPr>
        <p:spPr>
          <a:xfrm>
            <a:off x="685800" y="4400550"/>
            <a:ext cx="5486400" cy="3600600"/>
          </a:xfrm>
          <a:prstGeom prst="rect">
            <a:avLst/>
          </a:prstGeom>
        </p:spPr>
        <p:txBody>
          <a:bodyPr lIns="91425" tIns="91425" rIns="91425" bIns="91425" anchor="t" anchorCtr="0">
            <a:noAutofit/>
          </a:bodyPr>
          <a:lstStyle/>
          <a:p>
            <a:pPr lvl="0">
              <a:spcBef>
                <a:spcPts val="0"/>
              </a:spcBef>
              <a:buNone/>
            </a:pPr>
            <a:endParaRPr/>
          </a:p>
        </p:txBody>
      </p:sp>
      <p:sp>
        <p:nvSpPr>
          <p:cNvPr id="99" name="Shape 99"/>
          <p:cNvSpPr txBox="1">
            <a:spLocks noGrp="1"/>
          </p:cNvSpPr>
          <p:nvPr>
            <p:ph type="sldNum" idx="12"/>
          </p:nvPr>
        </p:nvSpPr>
        <p:spPr>
          <a:xfrm>
            <a:off x="3884612" y="8685213"/>
            <a:ext cx="2971800" cy="4587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Shape 105"/>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6" name="Shape 106"/>
          <p:cNvSpPr txBox="1">
            <a:spLocks noGrp="1"/>
          </p:cNvSpPr>
          <p:nvPr>
            <p:ph type="body" idx="1"/>
          </p:nvPr>
        </p:nvSpPr>
        <p:spPr>
          <a:xfrm>
            <a:off x="685800" y="4400550"/>
            <a:ext cx="5486400" cy="3600600"/>
          </a:xfrm>
          <a:prstGeom prst="rect">
            <a:avLst/>
          </a:prstGeom>
        </p:spPr>
        <p:txBody>
          <a:bodyPr lIns="91425" tIns="91425" rIns="91425" bIns="91425" anchor="t" anchorCtr="0">
            <a:noAutofit/>
          </a:bodyPr>
          <a:lstStyle/>
          <a:p>
            <a:pPr lvl="0">
              <a:spcBef>
                <a:spcPts val="0"/>
              </a:spcBef>
              <a:buNone/>
            </a:pPr>
            <a:endParaRPr/>
          </a:p>
        </p:txBody>
      </p:sp>
      <p:sp>
        <p:nvSpPr>
          <p:cNvPr id="107" name="Shape 107"/>
          <p:cNvSpPr txBox="1">
            <a:spLocks noGrp="1"/>
          </p:cNvSpPr>
          <p:nvPr>
            <p:ph type="sldNum" idx="12"/>
          </p:nvPr>
        </p:nvSpPr>
        <p:spPr>
          <a:xfrm>
            <a:off x="3884612" y="8685213"/>
            <a:ext cx="2971800" cy="4587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Shape 112"/>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3" name="Shape 113"/>
          <p:cNvSpPr txBox="1">
            <a:spLocks noGrp="1"/>
          </p:cNvSpPr>
          <p:nvPr>
            <p:ph type="body" idx="1"/>
          </p:nvPr>
        </p:nvSpPr>
        <p:spPr>
          <a:xfrm>
            <a:off x="685800" y="4400550"/>
            <a:ext cx="5486400" cy="3600600"/>
          </a:xfrm>
          <a:prstGeom prst="rect">
            <a:avLst/>
          </a:prstGeom>
        </p:spPr>
        <p:txBody>
          <a:bodyPr lIns="91425" tIns="91425" rIns="91425" bIns="91425" anchor="t" anchorCtr="0">
            <a:noAutofit/>
          </a:bodyPr>
          <a:lstStyle/>
          <a:p>
            <a:pPr lvl="0">
              <a:spcBef>
                <a:spcPts val="0"/>
              </a:spcBef>
              <a:buNone/>
            </a:pPr>
            <a:endParaRPr/>
          </a:p>
        </p:txBody>
      </p:sp>
      <p:sp>
        <p:nvSpPr>
          <p:cNvPr id="114" name="Shape 114"/>
          <p:cNvSpPr txBox="1">
            <a:spLocks noGrp="1"/>
          </p:cNvSpPr>
          <p:nvPr>
            <p:ph type="sldNum" idx="12"/>
          </p:nvPr>
        </p:nvSpPr>
        <p:spPr>
          <a:xfrm>
            <a:off x="3884612" y="8685213"/>
            <a:ext cx="2971800" cy="4587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1" name="Shape 121"/>
          <p:cNvSpPr txBox="1">
            <a:spLocks noGrp="1"/>
          </p:cNvSpPr>
          <p:nvPr>
            <p:ph type="body" idx="1"/>
          </p:nvPr>
        </p:nvSpPr>
        <p:spPr>
          <a:xfrm>
            <a:off x="685800" y="4400550"/>
            <a:ext cx="5486400" cy="3600600"/>
          </a:xfrm>
          <a:prstGeom prst="rect">
            <a:avLst/>
          </a:prstGeom>
        </p:spPr>
        <p:txBody>
          <a:bodyPr lIns="91425" tIns="91425" rIns="91425" bIns="91425" anchor="t" anchorCtr="0">
            <a:noAutofit/>
          </a:bodyPr>
          <a:lstStyle/>
          <a:p>
            <a:pPr lvl="0">
              <a:spcBef>
                <a:spcPts val="0"/>
              </a:spcBef>
              <a:buNone/>
            </a:pPr>
            <a:endParaRPr/>
          </a:p>
        </p:txBody>
      </p:sp>
      <p:sp>
        <p:nvSpPr>
          <p:cNvPr id="122" name="Shape 122"/>
          <p:cNvSpPr txBox="1">
            <a:spLocks noGrp="1"/>
          </p:cNvSpPr>
          <p:nvPr>
            <p:ph type="sldNum" idx="12"/>
          </p:nvPr>
        </p:nvSpPr>
        <p:spPr>
          <a:xfrm>
            <a:off x="3884612" y="8685213"/>
            <a:ext cx="2971800" cy="4587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Shape 126"/>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7" name="Shape 127"/>
          <p:cNvSpPr txBox="1">
            <a:spLocks noGrp="1"/>
          </p:cNvSpPr>
          <p:nvPr>
            <p:ph type="body" idx="1"/>
          </p:nvPr>
        </p:nvSpPr>
        <p:spPr>
          <a:xfrm>
            <a:off x="685800" y="4400550"/>
            <a:ext cx="5486400" cy="3600600"/>
          </a:xfrm>
          <a:prstGeom prst="rect">
            <a:avLst/>
          </a:prstGeom>
        </p:spPr>
        <p:txBody>
          <a:bodyPr lIns="91425" tIns="91425" rIns="91425" bIns="91425" anchor="t" anchorCtr="0">
            <a:noAutofit/>
          </a:bodyPr>
          <a:lstStyle/>
          <a:p>
            <a:pPr lvl="0">
              <a:spcBef>
                <a:spcPts val="0"/>
              </a:spcBef>
              <a:buNone/>
            </a:pPr>
            <a:endParaRPr/>
          </a:p>
        </p:txBody>
      </p:sp>
      <p:sp>
        <p:nvSpPr>
          <p:cNvPr id="128" name="Shape 128"/>
          <p:cNvSpPr txBox="1">
            <a:spLocks noGrp="1"/>
          </p:cNvSpPr>
          <p:nvPr>
            <p:ph type="sldNum" idx="12"/>
          </p:nvPr>
        </p:nvSpPr>
        <p:spPr>
          <a:xfrm>
            <a:off x="3884612" y="8685213"/>
            <a:ext cx="2971800" cy="4587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Shape 133"/>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4" name="Shape 134"/>
          <p:cNvSpPr txBox="1">
            <a:spLocks noGrp="1"/>
          </p:cNvSpPr>
          <p:nvPr>
            <p:ph type="body" idx="1"/>
          </p:nvPr>
        </p:nvSpPr>
        <p:spPr>
          <a:xfrm>
            <a:off x="685800" y="4400550"/>
            <a:ext cx="5486400" cy="3600600"/>
          </a:xfrm>
          <a:prstGeom prst="rect">
            <a:avLst/>
          </a:prstGeom>
        </p:spPr>
        <p:txBody>
          <a:bodyPr lIns="91425" tIns="91425" rIns="91425" bIns="91425" anchor="t" anchorCtr="0">
            <a:noAutofit/>
          </a:bodyPr>
          <a:lstStyle/>
          <a:p>
            <a:pPr lvl="0">
              <a:spcBef>
                <a:spcPts val="0"/>
              </a:spcBef>
              <a:buNone/>
            </a:pPr>
            <a:endParaRPr/>
          </a:p>
        </p:txBody>
      </p:sp>
      <p:sp>
        <p:nvSpPr>
          <p:cNvPr id="135" name="Shape 135"/>
          <p:cNvSpPr txBox="1">
            <a:spLocks noGrp="1"/>
          </p:cNvSpPr>
          <p:nvPr>
            <p:ph type="sldNum" idx="12"/>
          </p:nvPr>
        </p:nvSpPr>
        <p:spPr>
          <a:xfrm>
            <a:off x="3884612" y="8685213"/>
            <a:ext cx="2971800" cy="4587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Shape 140"/>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1" name="Shape 141"/>
          <p:cNvSpPr txBox="1">
            <a:spLocks noGrp="1"/>
          </p:cNvSpPr>
          <p:nvPr>
            <p:ph type="body" idx="1"/>
          </p:nvPr>
        </p:nvSpPr>
        <p:spPr>
          <a:xfrm>
            <a:off x="685800" y="4400550"/>
            <a:ext cx="5486400" cy="3600600"/>
          </a:xfrm>
          <a:prstGeom prst="rect">
            <a:avLst/>
          </a:prstGeom>
        </p:spPr>
        <p:txBody>
          <a:bodyPr lIns="91425" tIns="91425" rIns="91425" bIns="91425" anchor="t" anchorCtr="0">
            <a:noAutofit/>
          </a:bodyPr>
          <a:lstStyle/>
          <a:p>
            <a:pPr lvl="0">
              <a:spcBef>
                <a:spcPts val="0"/>
              </a:spcBef>
              <a:buNone/>
            </a:pPr>
            <a:endParaRPr/>
          </a:p>
        </p:txBody>
      </p:sp>
      <p:sp>
        <p:nvSpPr>
          <p:cNvPr id="142" name="Shape 142"/>
          <p:cNvSpPr txBox="1">
            <a:spLocks noGrp="1"/>
          </p:cNvSpPr>
          <p:nvPr>
            <p:ph type="sldNum" idx="12"/>
          </p:nvPr>
        </p:nvSpPr>
        <p:spPr>
          <a:xfrm>
            <a:off x="3884612" y="8685213"/>
            <a:ext cx="2971800" cy="4587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Shape 147"/>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8" name="Shape 148"/>
          <p:cNvSpPr txBox="1">
            <a:spLocks noGrp="1"/>
          </p:cNvSpPr>
          <p:nvPr>
            <p:ph type="body" idx="1"/>
          </p:nvPr>
        </p:nvSpPr>
        <p:spPr>
          <a:xfrm>
            <a:off x="685800" y="4400550"/>
            <a:ext cx="5486400" cy="3600600"/>
          </a:xfrm>
          <a:prstGeom prst="rect">
            <a:avLst/>
          </a:prstGeom>
        </p:spPr>
        <p:txBody>
          <a:bodyPr lIns="91425" tIns="91425" rIns="91425" bIns="91425" anchor="t" anchorCtr="0">
            <a:noAutofit/>
          </a:bodyPr>
          <a:lstStyle/>
          <a:p>
            <a:pPr lvl="0">
              <a:spcBef>
                <a:spcPts val="0"/>
              </a:spcBef>
              <a:buNone/>
            </a:pPr>
            <a:endParaRPr/>
          </a:p>
        </p:txBody>
      </p:sp>
      <p:sp>
        <p:nvSpPr>
          <p:cNvPr id="149" name="Shape 149"/>
          <p:cNvSpPr txBox="1">
            <a:spLocks noGrp="1"/>
          </p:cNvSpPr>
          <p:nvPr>
            <p:ph type="sldNum" idx="12"/>
          </p:nvPr>
        </p:nvSpPr>
        <p:spPr>
          <a:xfrm>
            <a:off x="3884612" y="8685213"/>
            <a:ext cx="2971800" cy="4587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Shape 154"/>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55" name="Shape 155"/>
          <p:cNvSpPr txBox="1">
            <a:spLocks noGrp="1"/>
          </p:cNvSpPr>
          <p:nvPr>
            <p:ph type="body" idx="1"/>
          </p:nvPr>
        </p:nvSpPr>
        <p:spPr>
          <a:xfrm>
            <a:off x="685800" y="4400550"/>
            <a:ext cx="5486400" cy="3600600"/>
          </a:xfrm>
          <a:prstGeom prst="rect">
            <a:avLst/>
          </a:prstGeom>
        </p:spPr>
        <p:txBody>
          <a:bodyPr lIns="91425" tIns="91425" rIns="91425" bIns="91425" anchor="t" anchorCtr="0">
            <a:noAutofit/>
          </a:bodyPr>
          <a:lstStyle/>
          <a:p>
            <a:pPr lvl="0">
              <a:spcBef>
                <a:spcPts val="0"/>
              </a:spcBef>
              <a:buNone/>
            </a:pPr>
            <a:endParaRPr/>
          </a:p>
        </p:txBody>
      </p:sp>
      <p:sp>
        <p:nvSpPr>
          <p:cNvPr id="156" name="Shape 156"/>
          <p:cNvSpPr txBox="1">
            <a:spLocks noGrp="1"/>
          </p:cNvSpPr>
          <p:nvPr>
            <p:ph type="sldNum" idx="12"/>
          </p:nvPr>
        </p:nvSpPr>
        <p:spPr>
          <a:xfrm>
            <a:off x="3884612" y="8685213"/>
            <a:ext cx="2971800" cy="4587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Shape 160"/>
          <p:cNvSpPr txBox="1">
            <a:spLocks noGrp="1"/>
          </p:cNvSpPr>
          <p:nvPr>
            <p:ph type="body" idx="1"/>
          </p:nvPr>
        </p:nvSpPr>
        <p:spPr>
          <a:xfrm>
            <a:off x="685800" y="4400550"/>
            <a:ext cx="5486399" cy="3600450"/>
          </a:xfrm>
          <a:prstGeom prst="rect">
            <a:avLst/>
          </a:prstGeom>
        </p:spPr>
        <p:txBody>
          <a:bodyPr lIns="91425" tIns="91425" rIns="91425" bIns="91425" anchor="t" anchorCtr="0">
            <a:noAutofit/>
          </a:bodyPr>
          <a:lstStyle/>
          <a:p>
            <a:pPr lvl="0">
              <a:spcBef>
                <a:spcPts val="0"/>
              </a:spcBef>
              <a:buNone/>
            </a:pPr>
            <a:endParaRPr/>
          </a:p>
        </p:txBody>
      </p:sp>
      <p:sp>
        <p:nvSpPr>
          <p:cNvPr id="161" name="Shape 161"/>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Shape 174"/>
          <p:cNvSpPr txBox="1">
            <a:spLocks noGrp="1"/>
          </p:cNvSpPr>
          <p:nvPr>
            <p:ph type="body" idx="1"/>
          </p:nvPr>
        </p:nvSpPr>
        <p:spPr>
          <a:xfrm>
            <a:off x="685800" y="4400550"/>
            <a:ext cx="5486399" cy="3600450"/>
          </a:xfrm>
          <a:prstGeom prst="rect">
            <a:avLst/>
          </a:prstGeom>
        </p:spPr>
        <p:txBody>
          <a:bodyPr lIns="91425" tIns="91425" rIns="91425" bIns="91425" anchor="t" anchorCtr="0">
            <a:noAutofit/>
          </a:bodyPr>
          <a:lstStyle/>
          <a:p>
            <a:pPr lvl="0">
              <a:spcBef>
                <a:spcPts val="0"/>
              </a:spcBef>
              <a:buNone/>
            </a:pPr>
            <a:endParaRPr/>
          </a:p>
        </p:txBody>
      </p:sp>
      <p:sp>
        <p:nvSpPr>
          <p:cNvPr id="175" name="Shape 175"/>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Shape 182"/>
          <p:cNvSpPr txBox="1">
            <a:spLocks noGrp="1"/>
          </p:cNvSpPr>
          <p:nvPr>
            <p:ph type="body" idx="1"/>
          </p:nvPr>
        </p:nvSpPr>
        <p:spPr>
          <a:xfrm>
            <a:off x="685800" y="4400550"/>
            <a:ext cx="5486399" cy="3600450"/>
          </a:xfrm>
          <a:prstGeom prst="rect">
            <a:avLst/>
          </a:prstGeom>
        </p:spPr>
        <p:txBody>
          <a:bodyPr lIns="91425" tIns="91425" rIns="91425" bIns="91425" anchor="t" anchorCtr="0">
            <a:noAutofit/>
          </a:bodyPr>
          <a:lstStyle/>
          <a:p>
            <a:pPr lvl="0">
              <a:spcBef>
                <a:spcPts val="0"/>
              </a:spcBef>
              <a:buNone/>
            </a:pPr>
            <a:endParaRPr/>
          </a:p>
        </p:txBody>
      </p:sp>
      <p:sp>
        <p:nvSpPr>
          <p:cNvPr id="183" name="Shape 183"/>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Shape 189"/>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90" name="Shape 190"/>
          <p:cNvSpPr txBox="1">
            <a:spLocks noGrp="1"/>
          </p:cNvSpPr>
          <p:nvPr>
            <p:ph type="body" idx="1"/>
          </p:nvPr>
        </p:nvSpPr>
        <p:spPr>
          <a:xfrm>
            <a:off x="685800" y="4400550"/>
            <a:ext cx="5486400" cy="3600600"/>
          </a:xfrm>
          <a:prstGeom prst="rect">
            <a:avLst/>
          </a:prstGeom>
        </p:spPr>
        <p:txBody>
          <a:bodyPr lIns="91425" tIns="91425" rIns="91425" bIns="91425" anchor="t" anchorCtr="0">
            <a:noAutofit/>
          </a:bodyPr>
          <a:lstStyle/>
          <a:p>
            <a:pPr lvl="0">
              <a:spcBef>
                <a:spcPts val="0"/>
              </a:spcBef>
              <a:buNone/>
            </a:pPr>
            <a:endParaRPr/>
          </a:p>
        </p:txBody>
      </p:sp>
      <p:sp>
        <p:nvSpPr>
          <p:cNvPr id="191" name="Shape 191"/>
          <p:cNvSpPr txBox="1">
            <a:spLocks noGrp="1"/>
          </p:cNvSpPr>
          <p:nvPr>
            <p:ph type="sldNum" idx="12"/>
          </p:nvPr>
        </p:nvSpPr>
        <p:spPr>
          <a:xfrm>
            <a:off x="3884612" y="8685213"/>
            <a:ext cx="2971800" cy="4587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Shape 196"/>
          <p:cNvSpPr txBox="1">
            <a:spLocks noGrp="1"/>
          </p:cNvSpPr>
          <p:nvPr>
            <p:ph type="body" idx="1"/>
          </p:nvPr>
        </p:nvSpPr>
        <p:spPr>
          <a:xfrm>
            <a:off x="685800" y="4400550"/>
            <a:ext cx="5486399" cy="3600450"/>
          </a:xfrm>
          <a:prstGeom prst="rect">
            <a:avLst/>
          </a:prstGeom>
        </p:spPr>
        <p:txBody>
          <a:bodyPr lIns="91425" tIns="91425" rIns="91425" bIns="91425" anchor="t" anchorCtr="0">
            <a:noAutofit/>
          </a:bodyPr>
          <a:lstStyle/>
          <a:p>
            <a:pPr lvl="0">
              <a:spcBef>
                <a:spcPts val="0"/>
              </a:spcBef>
              <a:buNone/>
            </a:pPr>
            <a:endParaRPr/>
          </a:p>
        </p:txBody>
      </p:sp>
      <p:sp>
        <p:nvSpPr>
          <p:cNvPr id="197" name="Shape 197"/>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15"/>
        <p:cNvGrpSpPr/>
        <p:nvPr/>
      </p:nvGrpSpPr>
      <p:grpSpPr>
        <a:xfrm>
          <a:off x="0" y="0"/>
          <a:ext cx="0" cy="0"/>
          <a:chOff x="0" y="0"/>
          <a:chExt cx="0" cy="0"/>
        </a:xfrm>
      </p:grpSpPr>
      <p:sp>
        <p:nvSpPr>
          <p:cNvPr id="16" name="Shape 16"/>
          <p:cNvSpPr txBox="1">
            <a:spLocks noGrp="1"/>
          </p:cNvSpPr>
          <p:nvPr>
            <p:ph type="ctrTitle"/>
          </p:nvPr>
        </p:nvSpPr>
        <p:spPr>
          <a:xfrm>
            <a:off x="1524000" y="1122362"/>
            <a:ext cx="9144000" cy="2387600"/>
          </a:xfrm>
          <a:prstGeom prst="rect">
            <a:avLst/>
          </a:prstGeom>
          <a:noFill/>
          <a:ln>
            <a:noFill/>
          </a:ln>
        </p:spPr>
        <p:txBody>
          <a:bodyPr lIns="91425" tIns="91425" rIns="91425" bIns="91425" anchor="b" anchorCtr="0"/>
          <a:lstStyle>
            <a:lvl1pPr marL="0" marR="0" lvl="0" indent="0" algn="ctr" rtl="0">
              <a:lnSpc>
                <a:spcPct val="90000"/>
              </a:lnSpc>
              <a:spcBef>
                <a:spcPts val="0"/>
              </a:spcBef>
              <a:buClr>
                <a:schemeClr val="dk1"/>
              </a:buClr>
              <a:buFont typeface="Calibri"/>
              <a:buNone/>
              <a:defRPr sz="60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7" name="Shape 17"/>
          <p:cNvSpPr txBox="1">
            <a:spLocks noGrp="1"/>
          </p:cNvSpPr>
          <p:nvPr>
            <p:ph type="subTitle" idx="1"/>
          </p:nvPr>
        </p:nvSpPr>
        <p:spPr>
          <a:xfrm>
            <a:off x="1524000" y="3602037"/>
            <a:ext cx="9144000" cy="1655761"/>
          </a:xfrm>
          <a:prstGeom prst="rect">
            <a:avLst/>
          </a:prstGeom>
          <a:noFill/>
          <a:ln>
            <a:noFill/>
          </a:ln>
        </p:spPr>
        <p:txBody>
          <a:bodyPr lIns="91425" tIns="91425" rIns="91425" bIns="91425" anchor="t" anchorCtr="0"/>
          <a:lstStyle>
            <a:lvl1pPr marL="0" marR="0" lvl="0" indent="0" algn="ctr" rtl="0">
              <a:lnSpc>
                <a:spcPct val="90000"/>
              </a:lnSpc>
              <a:spcBef>
                <a:spcPts val="1000"/>
              </a:spcBef>
              <a:buClr>
                <a:schemeClr val="dk1"/>
              </a:buClr>
              <a:buFont typeface="Arial"/>
              <a:buNone/>
              <a:defRPr sz="2400" b="0" i="0" u="none" strike="noStrike" cap="none">
                <a:solidFill>
                  <a:schemeClr val="dk1"/>
                </a:solidFill>
                <a:latin typeface="Calibri"/>
                <a:ea typeface="Calibri"/>
                <a:cs typeface="Calibri"/>
                <a:sym typeface="Calibri"/>
              </a:defRPr>
            </a:lvl1pPr>
            <a:lvl2pPr marL="457200" marR="0" lvl="1" indent="0" algn="ctr" rtl="0">
              <a:lnSpc>
                <a:spcPct val="90000"/>
              </a:lnSpc>
              <a:spcBef>
                <a:spcPts val="500"/>
              </a:spcBef>
              <a:buClr>
                <a:schemeClr val="dk1"/>
              </a:buClr>
              <a:buFont typeface="Arial"/>
              <a:buNone/>
              <a:defRPr sz="2000" b="0" i="0" u="none" strike="noStrike" cap="none">
                <a:solidFill>
                  <a:schemeClr val="dk1"/>
                </a:solidFill>
                <a:latin typeface="Calibri"/>
                <a:ea typeface="Calibri"/>
                <a:cs typeface="Calibri"/>
                <a:sym typeface="Calibri"/>
              </a:defRPr>
            </a:lvl2pPr>
            <a:lvl3pPr marL="914400" marR="0" lvl="2" indent="0" algn="ctr" rtl="0">
              <a:lnSpc>
                <a:spcPct val="90000"/>
              </a:lnSpc>
              <a:spcBef>
                <a:spcPts val="500"/>
              </a:spcBef>
              <a:buClr>
                <a:schemeClr val="dk1"/>
              </a:buClr>
              <a:buFont typeface="Arial"/>
              <a:buNone/>
              <a:defRPr sz="1800" b="0" i="0" u="none" strike="noStrike" cap="none">
                <a:solidFill>
                  <a:schemeClr val="dk1"/>
                </a:solidFill>
                <a:latin typeface="Calibri"/>
                <a:ea typeface="Calibri"/>
                <a:cs typeface="Calibri"/>
                <a:sym typeface="Calibri"/>
              </a:defRPr>
            </a:lvl3pPr>
            <a:lvl4pPr marL="1371600" marR="0" lvl="3" indent="0" algn="ctr" rtl="0">
              <a:lnSpc>
                <a:spcPct val="90000"/>
              </a:lnSpc>
              <a:spcBef>
                <a:spcPts val="500"/>
              </a:spcBef>
              <a:buClr>
                <a:schemeClr val="dk1"/>
              </a:buClr>
              <a:buFont typeface="Arial"/>
              <a:buNone/>
              <a:defRPr sz="1600" b="0" i="0" u="none" strike="noStrike" cap="none">
                <a:solidFill>
                  <a:schemeClr val="dk1"/>
                </a:solidFill>
                <a:latin typeface="Calibri"/>
                <a:ea typeface="Calibri"/>
                <a:cs typeface="Calibri"/>
                <a:sym typeface="Calibri"/>
              </a:defRPr>
            </a:lvl4pPr>
            <a:lvl5pPr marL="1828800" marR="0" lvl="4" indent="0" algn="ctr" rtl="0">
              <a:lnSpc>
                <a:spcPct val="90000"/>
              </a:lnSpc>
              <a:spcBef>
                <a:spcPts val="500"/>
              </a:spcBef>
              <a:buClr>
                <a:schemeClr val="dk1"/>
              </a:buClr>
              <a:buFont typeface="Arial"/>
              <a:buNone/>
              <a:defRPr sz="1600" b="0" i="0" u="none" strike="noStrike" cap="none">
                <a:solidFill>
                  <a:schemeClr val="dk1"/>
                </a:solidFill>
                <a:latin typeface="Calibri"/>
                <a:ea typeface="Calibri"/>
                <a:cs typeface="Calibri"/>
                <a:sym typeface="Calibri"/>
              </a:defRPr>
            </a:lvl5pPr>
            <a:lvl6pPr marL="2286000" marR="0" lvl="5" indent="0" algn="ctr" rtl="0">
              <a:lnSpc>
                <a:spcPct val="90000"/>
              </a:lnSpc>
              <a:spcBef>
                <a:spcPts val="500"/>
              </a:spcBef>
              <a:buClr>
                <a:schemeClr val="dk1"/>
              </a:buClr>
              <a:buFont typeface="Arial"/>
              <a:buNone/>
              <a:defRPr sz="1600" b="0" i="0" u="none" strike="noStrike" cap="none">
                <a:solidFill>
                  <a:schemeClr val="dk1"/>
                </a:solidFill>
                <a:latin typeface="Calibri"/>
                <a:ea typeface="Calibri"/>
                <a:cs typeface="Calibri"/>
                <a:sym typeface="Calibri"/>
              </a:defRPr>
            </a:lvl6pPr>
            <a:lvl7pPr marL="2743200" marR="0" lvl="6" indent="0" algn="ctr" rtl="0">
              <a:lnSpc>
                <a:spcPct val="90000"/>
              </a:lnSpc>
              <a:spcBef>
                <a:spcPts val="500"/>
              </a:spcBef>
              <a:buClr>
                <a:schemeClr val="dk1"/>
              </a:buClr>
              <a:buFont typeface="Arial"/>
              <a:buNone/>
              <a:defRPr sz="1600" b="0" i="0" u="none" strike="noStrike" cap="none">
                <a:solidFill>
                  <a:schemeClr val="dk1"/>
                </a:solidFill>
                <a:latin typeface="Calibri"/>
                <a:ea typeface="Calibri"/>
                <a:cs typeface="Calibri"/>
                <a:sym typeface="Calibri"/>
              </a:defRPr>
            </a:lvl7pPr>
            <a:lvl8pPr marL="3200400" marR="0" lvl="7" indent="0" algn="ctr" rtl="0">
              <a:lnSpc>
                <a:spcPct val="90000"/>
              </a:lnSpc>
              <a:spcBef>
                <a:spcPts val="500"/>
              </a:spcBef>
              <a:buClr>
                <a:schemeClr val="dk1"/>
              </a:buClr>
              <a:buFont typeface="Arial"/>
              <a:buNone/>
              <a:defRPr sz="1600" b="0" i="0" u="none" strike="noStrike" cap="none">
                <a:solidFill>
                  <a:schemeClr val="dk1"/>
                </a:solidFill>
                <a:latin typeface="Calibri"/>
                <a:ea typeface="Calibri"/>
                <a:cs typeface="Calibri"/>
                <a:sym typeface="Calibri"/>
              </a:defRPr>
            </a:lvl8pPr>
            <a:lvl9pPr marL="3657600" marR="0" lvl="8" indent="0" algn="ctr" rtl="0">
              <a:lnSpc>
                <a:spcPct val="90000"/>
              </a:lnSpc>
              <a:spcBef>
                <a:spcPts val="500"/>
              </a:spcBef>
              <a:buClr>
                <a:schemeClr val="dk1"/>
              </a:buClr>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8" name="Shape 18"/>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19" name="Shape 19"/>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20" name="Shape 20"/>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21"/>
        <p:cNvGrpSpPr/>
        <p:nvPr/>
      </p:nvGrpSpPr>
      <p:grpSpPr>
        <a:xfrm>
          <a:off x="0" y="0"/>
          <a:ext cx="0" cy="0"/>
          <a:chOff x="0" y="0"/>
          <a:chExt cx="0" cy="0"/>
        </a:xfrm>
      </p:grpSpPr>
      <p:sp>
        <p:nvSpPr>
          <p:cNvPr id="22" name="Shape 22"/>
          <p:cNvSpPr txBox="1">
            <a:spLocks noGrp="1"/>
          </p:cNvSpPr>
          <p:nvPr>
            <p:ph type="title"/>
          </p:nvPr>
        </p:nvSpPr>
        <p:spPr>
          <a:xfrm>
            <a:off x="838200" y="365125"/>
            <a:ext cx="10515599" cy="1325562"/>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44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3" name="Shape 23"/>
          <p:cNvSpPr txBox="1">
            <a:spLocks noGrp="1"/>
          </p:cNvSpPr>
          <p:nvPr>
            <p:ph type="body" idx="1"/>
          </p:nvPr>
        </p:nvSpPr>
        <p:spPr>
          <a:xfrm>
            <a:off x="838200" y="1825625"/>
            <a:ext cx="10515599" cy="4351338"/>
          </a:xfrm>
          <a:prstGeom prst="rect">
            <a:avLst/>
          </a:prstGeom>
          <a:noFill/>
          <a:ln>
            <a:noFill/>
          </a:ln>
        </p:spPr>
        <p:txBody>
          <a:bodyPr lIns="91425" tIns="91425" rIns="91425" bIns="91425" anchor="t" anchorCtr="0"/>
          <a:lstStyle>
            <a:lvl1pPr marL="228600" marR="0" lvl="0" indent="-50800" algn="l" rtl="0">
              <a:lnSpc>
                <a:spcPct val="90000"/>
              </a:lnSpc>
              <a:spcBef>
                <a:spcPts val="1000"/>
              </a:spcBef>
              <a:buClr>
                <a:schemeClr val="dk1"/>
              </a:buClr>
              <a:buSzPct val="1000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ct val="1000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Shape 24"/>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25" name="Shape 25"/>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26" name="Shape 26"/>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27"/>
        <p:cNvGrpSpPr/>
        <p:nvPr/>
      </p:nvGrpSpPr>
      <p:grpSpPr>
        <a:xfrm>
          <a:off x="0" y="0"/>
          <a:ext cx="0" cy="0"/>
          <a:chOff x="0" y="0"/>
          <a:chExt cx="0" cy="0"/>
        </a:xfrm>
      </p:grpSpPr>
      <p:sp>
        <p:nvSpPr>
          <p:cNvPr id="28" name="Shape 28"/>
          <p:cNvSpPr txBox="1">
            <a:spLocks noGrp="1"/>
          </p:cNvSpPr>
          <p:nvPr>
            <p:ph type="title"/>
          </p:nvPr>
        </p:nvSpPr>
        <p:spPr>
          <a:xfrm>
            <a:off x="831850" y="1709738"/>
            <a:ext cx="10515599" cy="2852737"/>
          </a:xfrm>
          <a:prstGeom prst="rect">
            <a:avLst/>
          </a:prstGeom>
          <a:noFill/>
          <a:ln>
            <a:noFill/>
          </a:ln>
        </p:spPr>
        <p:txBody>
          <a:bodyPr lIns="91425" tIns="91425" rIns="91425" bIns="91425" anchor="b" anchorCtr="0"/>
          <a:lstStyle>
            <a:lvl1pPr marL="0" marR="0" lvl="0" indent="0" algn="l" rtl="0">
              <a:lnSpc>
                <a:spcPct val="90000"/>
              </a:lnSpc>
              <a:spcBef>
                <a:spcPts val="0"/>
              </a:spcBef>
              <a:buClr>
                <a:schemeClr val="dk1"/>
              </a:buClr>
              <a:buFont typeface="Calibri"/>
              <a:buNone/>
              <a:defRPr sz="60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9" name="Shape 29"/>
          <p:cNvSpPr txBox="1">
            <a:spLocks noGrp="1"/>
          </p:cNvSpPr>
          <p:nvPr>
            <p:ph type="body" idx="1"/>
          </p:nvPr>
        </p:nvSpPr>
        <p:spPr>
          <a:xfrm>
            <a:off x="831850" y="4589462"/>
            <a:ext cx="10515599" cy="1500187"/>
          </a:xfrm>
          <a:prstGeom prst="rect">
            <a:avLst/>
          </a:prstGeom>
          <a:noFill/>
          <a:ln>
            <a:noFill/>
          </a:ln>
        </p:spPr>
        <p:txBody>
          <a:bodyPr lIns="91425" tIns="91425" rIns="91425" bIns="91425" anchor="t" anchorCtr="0"/>
          <a:lstStyle>
            <a:lvl1pPr marL="0" marR="0" lvl="0" indent="0" algn="l" rtl="0">
              <a:lnSpc>
                <a:spcPct val="90000"/>
              </a:lnSpc>
              <a:spcBef>
                <a:spcPts val="1000"/>
              </a:spcBef>
              <a:buClr>
                <a:srgbClr val="888888"/>
              </a:buClr>
              <a:buFont typeface="Arial"/>
              <a:buNone/>
              <a:defRPr sz="2400" b="0" i="0" u="none" strike="noStrike" cap="none">
                <a:solidFill>
                  <a:srgbClr val="888888"/>
                </a:solidFill>
                <a:latin typeface="Calibri"/>
                <a:ea typeface="Calibri"/>
                <a:cs typeface="Calibri"/>
                <a:sym typeface="Calibri"/>
              </a:defRPr>
            </a:lvl1pPr>
            <a:lvl2pPr marL="457200" marR="0" lvl="1" indent="0" algn="l" rtl="0">
              <a:lnSpc>
                <a:spcPct val="90000"/>
              </a:lnSpc>
              <a:spcBef>
                <a:spcPts val="500"/>
              </a:spcBef>
              <a:buClr>
                <a:srgbClr val="888888"/>
              </a:buClr>
              <a:buFont typeface="Arial"/>
              <a:buNone/>
              <a:defRPr sz="2000" b="0" i="0" u="none" strike="noStrike" cap="none">
                <a:solidFill>
                  <a:srgbClr val="888888"/>
                </a:solidFill>
                <a:latin typeface="Calibri"/>
                <a:ea typeface="Calibri"/>
                <a:cs typeface="Calibri"/>
                <a:sym typeface="Calibri"/>
              </a:defRPr>
            </a:lvl2pPr>
            <a:lvl3pPr marL="914400" marR="0" lvl="2" indent="0" algn="l" rtl="0">
              <a:lnSpc>
                <a:spcPct val="90000"/>
              </a:lnSpc>
              <a:spcBef>
                <a:spcPts val="500"/>
              </a:spcBef>
              <a:buClr>
                <a:srgbClr val="888888"/>
              </a:buClr>
              <a:buFont typeface="Arial"/>
              <a:buNone/>
              <a:defRPr sz="1800" b="0" i="0" u="none" strike="noStrike" cap="none">
                <a:solidFill>
                  <a:srgbClr val="888888"/>
                </a:solidFill>
                <a:latin typeface="Calibri"/>
                <a:ea typeface="Calibri"/>
                <a:cs typeface="Calibri"/>
                <a:sym typeface="Calibri"/>
              </a:defRPr>
            </a:lvl3pPr>
            <a:lvl4pPr marL="1371600" marR="0" lvl="3" indent="0" algn="l" rtl="0">
              <a:lnSpc>
                <a:spcPct val="90000"/>
              </a:lnSpc>
              <a:spcBef>
                <a:spcPts val="500"/>
              </a:spcBef>
              <a:buClr>
                <a:srgbClr val="888888"/>
              </a:buClr>
              <a:buFont typeface="Arial"/>
              <a:buNone/>
              <a:defRPr sz="1600" b="0" i="0" u="none" strike="noStrike" cap="none">
                <a:solidFill>
                  <a:srgbClr val="888888"/>
                </a:solidFill>
                <a:latin typeface="Calibri"/>
                <a:ea typeface="Calibri"/>
                <a:cs typeface="Calibri"/>
                <a:sym typeface="Calibri"/>
              </a:defRPr>
            </a:lvl4pPr>
            <a:lvl5pPr marL="1828800" marR="0" lvl="4" indent="0" algn="l" rtl="0">
              <a:lnSpc>
                <a:spcPct val="90000"/>
              </a:lnSpc>
              <a:spcBef>
                <a:spcPts val="500"/>
              </a:spcBef>
              <a:buClr>
                <a:srgbClr val="888888"/>
              </a:buClr>
              <a:buFont typeface="Arial"/>
              <a:buNone/>
              <a:defRPr sz="1600" b="0" i="0" u="none" strike="noStrike" cap="none">
                <a:solidFill>
                  <a:srgbClr val="888888"/>
                </a:solidFill>
                <a:latin typeface="Calibri"/>
                <a:ea typeface="Calibri"/>
                <a:cs typeface="Calibri"/>
                <a:sym typeface="Calibri"/>
              </a:defRPr>
            </a:lvl5pPr>
            <a:lvl6pPr marL="2286000" marR="0" lvl="5" indent="0" algn="l" rtl="0">
              <a:lnSpc>
                <a:spcPct val="90000"/>
              </a:lnSpc>
              <a:spcBef>
                <a:spcPts val="500"/>
              </a:spcBef>
              <a:buClr>
                <a:srgbClr val="888888"/>
              </a:buClr>
              <a:buFont typeface="Arial"/>
              <a:buNone/>
              <a:defRPr sz="1600" b="0" i="0" u="none" strike="noStrike" cap="none">
                <a:solidFill>
                  <a:srgbClr val="888888"/>
                </a:solidFill>
                <a:latin typeface="Calibri"/>
                <a:ea typeface="Calibri"/>
                <a:cs typeface="Calibri"/>
                <a:sym typeface="Calibri"/>
              </a:defRPr>
            </a:lvl6pPr>
            <a:lvl7pPr marL="2743200" marR="0" lvl="6" indent="0" algn="l" rtl="0">
              <a:lnSpc>
                <a:spcPct val="90000"/>
              </a:lnSpc>
              <a:spcBef>
                <a:spcPts val="500"/>
              </a:spcBef>
              <a:buClr>
                <a:srgbClr val="888888"/>
              </a:buClr>
              <a:buFont typeface="Arial"/>
              <a:buNone/>
              <a:defRPr sz="1600" b="0" i="0" u="none" strike="noStrike" cap="none">
                <a:solidFill>
                  <a:srgbClr val="888888"/>
                </a:solidFill>
                <a:latin typeface="Calibri"/>
                <a:ea typeface="Calibri"/>
                <a:cs typeface="Calibri"/>
                <a:sym typeface="Calibri"/>
              </a:defRPr>
            </a:lvl7pPr>
            <a:lvl8pPr marL="3200400" marR="0" lvl="7" indent="0" algn="l" rtl="0">
              <a:lnSpc>
                <a:spcPct val="90000"/>
              </a:lnSpc>
              <a:spcBef>
                <a:spcPts val="500"/>
              </a:spcBef>
              <a:buClr>
                <a:srgbClr val="888888"/>
              </a:buClr>
              <a:buFont typeface="Arial"/>
              <a:buNone/>
              <a:defRPr sz="1600" b="0" i="0" u="none" strike="noStrike" cap="none">
                <a:solidFill>
                  <a:srgbClr val="888888"/>
                </a:solidFill>
                <a:latin typeface="Calibri"/>
                <a:ea typeface="Calibri"/>
                <a:cs typeface="Calibri"/>
                <a:sym typeface="Calibri"/>
              </a:defRPr>
            </a:lvl8pPr>
            <a:lvl9pPr marL="3657600" marR="0" lvl="8" indent="0" algn="l" rtl="0">
              <a:lnSpc>
                <a:spcPct val="90000"/>
              </a:lnSpc>
              <a:spcBef>
                <a:spcPts val="500"/>
              </a:spcBef>
              <a:buClr>
                <a:srgbClr val="888888"/>
              </a:buClr>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0" name="Shape 30"/>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1" name="Shape 31"/>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2" name="Shape 32"/>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1200">
                <a:solidFill>
                  <a:srgbClr val="888888"/>
                </a:solidFill>
                <a:latin typeface="Calibri"/>
                <a:ea typeface="Calibri"/>
                <a:cs typeface="Calibri"/>
                <a:sym typeface="Calibri"/>
              </a:rPr>
              <a:t>‹#›</a:t>
            </a:fld>
            <a:endParaRPr lang="en-US" sz="1200">
              <a:solidFill>
                <a:srgbClr val="888888"/>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33"/>
        <p:cNvGrpSpPr/>
        <p:nvPr/>
      </p:nvGrpSpPr>
      <p:grpSpPr>
        <a:xfrm>
          <a:off x="0" y="0"/>
          <a:ext cx="0" cy="0"/>
          <a:chOff x="0" y="0"/>
          <a:chExt cx="0" cy="0"/>
        </a:xfrm>
      </p:grpSpPr>
      <p:sp>
        <p:nvSpPr>
          <p:cNvPr id="34" name="Shape 34"/>
          <p:cNvSpPr txBox="1">
            <a:spLocks noGrp="1"/>
          </p:cNvSpPr>
          <p:nvPr>
            <p:ph type="title"/>
          </p:nvPr>
        </p:nvSpPr>
        <p:spPr>
          <a:xfrm>
            <a:off x="838200" y="365125"/>
            <a:ext cx="10515599" cy="1325562"/>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44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5" name="Shape 35"/>
          <p:cNvSpPr txBox="1">
            <a:spLocks noGrp="1"/>
          </p:cNvSpPr>
          <p:nvPr>
            <p:ph type="body" idx="1"/>
          </p:nvPr>
        </p:nvSpPr>
        <p:spPr>
          <a:xfrm>
            <a:off x="838200" y="1825625"/>
            <a:ext cx="5181600" cy="4351338"/>
          </a:xfrm>
          <a:prstGeom prst="rect">
            <a:avLst/>
          </a:prstGeom>
          <a:noFill/>
          <a:ln>
            <a:noFill/>
          </a:ln>
        </p:spPr>
        <p:txBody>
          <a:bodyPr lIns="91425" tIns="91425" rIns="91425" bIns="91425" anchor="t" anchorCtr="0"/>
          <a:lstStyle>
            <a:lvl1pPr marL="228600" marR="0" lvl="0" indent="-50800" algn="l" rtl="0">
              <a:lnSpc>
                <a:spcPct val="90000"/>
              </a:lnSpc>
              <a:spcBef>
                <a:spcPts val="1000"/>
              </a:spcBef>
              <a:buClr>
                <a:schemeClr val="dk1"/>
              </a:buClr>
              <a:buSzPct val="1000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ct val="1000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 name="Shape 36"/>
          <p:cNvSpPr txBox="1">
            <a:spLocks noGrp="1"/>
          </p:cNvSpPr>
          <p:nvPr>
            <p:ph type="body" idx="2"/>
          </p:nvPr>
        </p:nvSpPr>
        <p:spPr>
          <a:xfrm>
            <a:off x="6172200" y="1825625"/>
            <a:ext cx="5181600" cy="4351338"/>
          </a:xfrm>
          <a:prstGeom prst="rect">
            <a:avLst/>
          </a:prstGeom>
          <a:noFill/>
          <a:ln>
            <a:noFill/>
          </a:ln>
        </p:spPr>
        <p:txBody>
          <a:bodyPr lIns="91425" tIns="91425" rIns="91425" bIns="91425" anchor="t" anchorCtr="0"/>
          <a:lstStyle>
            <a:lvl1pPr marL="228600" marR="0" lvl="0" indent="-50800" algn="l" rtl="0">
              <a:lnSpc>
                <a:spcPct val="90000"/>
              </a:lnSpc>
              <a:spcBef>
                <a:spcPts val="1000"/>
              </a:spcBef>
              <a:buClr>
                <a:schemeClr val="dk1"/>
              </a:buClr>
              <a:buSzPct val="1000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ct val="1000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Shape 37"/>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8" name="Shape 38"/>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39" name="Shape 39"/>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1200">
                <a:solidFill>
                  <a:srgbClr val="888888"/>
                </a:solidFill>
                <a:latin typeface="Calibri"/>
                <a:ea typeface="Calibri"/>
                <a:cs typeface="Calibri"/>
                <a:sym typeface="Calibri"/>
              </a:rPr>
              <a:t>‹#›</a:t>
            </a:fld>
            <a:endParaRPr lang="en-US" sz="1200">
              <a:solidFill>
                <a:srgbClr val="888888"/>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40"/>
        <p:cNvGrpSpPr/>
        <p:nvPr/>
      </p:nvGrpSpPr>
      <p:grpSpPr>
        <a:xfrm>
          <a:off x="0" y="0"/>
          <a:ext cx="0" cy="0"/>
          <a:chOff x="0" y="0"/>
          <a:chExt cx="0" cy="0"/>
        </a:xfrm>
      </p:grpSpPr>
      <p:sp>
        <p:nvSpPr>
          <p:cNvPr id="41" name="Shape 41"/>
          <p:cNvSpPr txBox="1">
            <a:spLocks noGrp="1"/>
          </p:cNvSpPr>
          <p:nvPr>
            <p:ph type="title"/>
          </p:nvPr>
        </p:nvSpPr>
        <p:spPr>
          <a:xfrm>
            <a:off x="839787" y="365125"/>
            <a:ext cx="10515599" cy="1325562"/>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44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2" name="Shape 42"/>
          <p:cNvSpPr txBox="1">
            <a:spLocks noGrp="1"/>
          </p:cNvSpPr>
          <p:nvPr>
            <p:ph type="body" idx="1"/>
          </p:nvPr>
        </p:nvSpPr>
        <p:spPr>
          <a:xfrm>
            <a:off x="839787" y="1681163"/>
            <a:ext cx="5157787" cy="823912"/>
          </a:xfrm>
          <a:prstGeom prst="rect">
            <a:avLst/>
          </a:prstGeom>
          <a:noFill/>
          <a:ln>
            <a:noFill/>
          </a:ln>
        </p:spPr>
        <p:txBody>
          <a:bodyPr lIns="91425" tIns="91425" rIns="91425" bIns="91425" anchor="b" anchorCtr="0"/>
          <a:lstStyle>
            <a:lvl1pPr marL="0" marR="0" lvl="0" indent="0" algn="l" rtl="0">
              <a:lnSpc>
                <a:spcPct val="90000"/>
              </a:lnSpc>
              <a:spcBef>
                <a:spcPts val="1000"/>
              </a:spcBef>
              <a:buClr>
                <a:schemeClr val="dk1"/>
              </a:buClr>
              <a:buFont typeface="Arial"/>
              <a:buNone/>
              <a:defRPr sz="2400" b="1"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Font typeface="Arial"/>
              <a:buNone/>
              <a:defRPr sz="2000" b="1"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Font typeface="Arial"/>
              <a:buNone/>
              <a:defRPr sz="1800" b="1"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Font typeface="Arial"/>
              <a:buNone/>
              <a:defRPr sz="1600" b="1"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Font typeface="Arial"/>
              <a:buNone/>
              <a:defRPr sz="1600" b="1"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Font typeface="Arial"/>
              <a:buNone/>
              <a:defRPr sz="1600" b="1"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Font typeface="Arial"/>
              <a:buNone/>
              <a:defRPr sz="1600" b="1"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Font typeface="Arial"/>
              <a:buNone/>
              <a:defRPr sz="1600" b="1"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Shape 43"/>
          <p:cNvSpPr txBox="1">
            <a:spLocks noGrp="1"/>
          </p:cNvSpPr>
          <p:nvPr>
            <p:ph type="body" idx="2"/>
          </p:nvPr>
        </p:nvSpPr>
        <p:spPr>
          <a:xfrm>
            <a:off x="839787" y="2505075"/>
            <a:ext cx="5157787" cy="3684588"/>
          </a:xfrm>
          <a:prstGeom prst="rect">
            <a:avLst/>
          </a:prstGeom>
          <a:noFill/>
          <a:ln>
            <a:noFill/>
          </a:ln>
        </p:spPr>
        <p:txBody>
          <a:bodyPr lIns="91425" tIns="91425" rIns="91425" bIns="91425" anchor="t" anchorCtr="0"/>
          <a:lstStyle>
            <a:lvl1pPr marL="228600" marR="0" lvl="0" indent="-50800" algn="l" rtl="0">
              <a:lnSpc>
                <a:spcPct val="90000"/>
              </a:lnSpc>
              <a:spcBef>
                <a:spcPts val="1000"/>
              </a:spcBef>
              <a:buClr>
                <a:schemeClr val="dk1"/>
              </a:buClr>
              <a:buSzPct val="1000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ct val="1000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Shape 44"/>
          <p:cNvSpPr txBox="1">
            <a:spLocks noGrp="1"/>
          </p:cNvSpPr>
          <p:nvPr>
            <p:ph type="body" idx="3"/>
          </p:nvPr>
        </p:nvSpPr>
        <p:spPr>
          <a:xfrm>
            <a:off x="6172200" y="1681163"/>
            <a:ext cx="5183187" cy="823912"/>
          </a:xfrm>
          <a:prstGeom prst="rect">
            <a:avLst/>
          </a:prstGeom>
          <a:noFill/>
          <a:ln>
            <a:noFill/>
          </a:ln>
        </p:spPr>
        <p:txBody>
          <a:bodyPr lIns="91425" tIns="91425" rIns="91425" bIns="91425" anchor="b" anchorCtr="0"/>
          <a:lstStyle>
            <a:lvl1pPr marL="0" marR="0" lvl="0" indent="0" algn="l" rtl="0">
              <a:lnSpc>
                <a:spcPct val="90000"/>
              </a:lnSpc>
              <a:spcBef>
                <a:spcPts val="1000"/>
              </a:spcBef>
              <a:buClr>
                <a:schemeClr val="dk1"/>
              </a:buClr>
              <a:buFont typeface="Arial"/>
              <a:buNone/>
              <a:defRPr sz="2400" b="1"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Font typeface="Arial"/>
              <a:buNone/>
              <a:defRPr sz="2000" b="1"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Font typeface="Arial"/>
              <a:buNone/>
              <a:defRPr sz="1800" b="1"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Font typeface="Arial"/>
              <a:buNone/>
              <a:defRPr sz="1600" b="1"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Font typeface="Arial"/>
              <a:buNone/>
              <a:defRPr sz="1600" b="1"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Font typeface="Arial"/>
              <a:buNone/>
              <a:defRPr sz="1600" b="1"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Font typeface="Arial"/>
              <a:buNone/>
              <a:defRPr sz="1600" b="1"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Font typeface="Arial"/>
              <a:buNone/>
              <a:defRPr sz="1600" b="1"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Shape 45"/>
          <p:cNvSpPr txBox="1">
            <a:spLocks noGrp="1"/>
          </p:cNvSpPr>
          <p:nvPr>
            <p:ph type="body" idx="4"/>
          </p:nvPr>
        </p:nvSpPr>
        <p:spPr>
          <a:xfrm>
            <a:off x="6172200" y="2505075"/>
            <a:ext cx="5183187" cy="3684588"/>
          </a:xfrm>
          <a:prstGeom prst="rect">
            <a:avLst/>
          </a:prstGeom>
          <a:noFill/>
          <a:ln>
            <a:noFill/>
          </a:ln>
        </p:spPr>
        <p:txBody>
          <a:bodyPr lIns="91425" tIns="91425" rIns="91425" bIns="91425" anchor="t" anchorCtr="0"/>
          <a:lstStyle>
            <a:lvl1pPr marL="228600" marR="0" lvl="0" indent="-50800" algn="l" rtl="0">
              <a:lnSpc>
                <a:spcPct val="90000"/>
              </a:lnSpc>
              <a:spcBef>
                <a:spcPts val="1000"/>
              </a:spcBef>
              <a:buClr>
                <a:schemeClr val="dk1"/>
              </a:buClr>
              <a:buSzPct val="1000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ct val="1000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Shape 46"/>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47" name="Shape 47"/>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48" name="Shape 48"/>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1200">
                <a:solidFill>
                  <a:srgbClr val="888888"/>
                </a:solidFill>
                <a:latin typeface="Calibri"/>
                <a:ea typeface="Calibri"/>
                <a:cs typeface="Calibri"/>
                <a:sym typeface="Calibri"/>
              </a:rPr>
              <a:t>‹#›</a:t>
            </a:fld>
            <a:endParaRPr lang="en-US" sz="1200">
              <a:solidFill>
                <a:srgbClr val="888888"/>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49"/>
        <p:cNvGrpSpPr/>
        <p:nvPr/>
      </p:nvGrpSpPr>
      <p:grpSpPr>
        <a:xfrm>
          <a:off x="0" y="0"/>
          <a:ext cx="0" cy="0"/>
          <a:chOff x="0" y="0"/>
          <a:chExt cx="0" cy="0"/>
        </a:xfrm>
      </p:grpSpPr>
      <p:sp>
        <p:nvSpPr>
          <p:cNvPr id="50" name="Shape 50"/>
          <p:cNvSpPr txBox="1">
            <a:spLocks noGrp="1"/>
          </p:cNvSpPr>
          <p:nvPr>
            <p:ph type="title"/>
          </p:nvPr>
        </p:nvSpPr>
        <p:spPr>
          <a:xfrm>
            <a:off x="838200" y="365125"/>
            <a:ext cx="10515599" cy="1325562"/>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44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1" name="Shape 51"/>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52" name="Shape 52"/>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53" name="Shape 53"/>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1200">
                <a:solidFill>
                  <a:srgbClr val="888888"/>
                </a:solidFill>
                <a:latin typeface="Calibri"/>
                <a:ea typeface="Calibri"/>
                <a:cs typeface="Calibri"/>
                <a:sym typeface="Calibri"/>
              </a:rPr>
              <a:t>‹#›</a:t>
            </a:fld>
            <a:endParaRPr lang="en-US" sz="1200">
              <a:solidFill>
                <a:srgbClr val="888888"/>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54"/>
        <p:cNvGrpSpPr/>
        <p:nvPr/>
      </p:nvGrpSpPr>
      <p:grpSpPr>
        <a:xfrm>
          <a:off x="0" y="0"/>
          <a:ext cx="0" cy="0"/>
          <a:chOff x="0" y="0"/>
          <a:chExt cx="0" cy="0"/>
        </a:xfrm>
      </p:grpSpPr>
      <p:sp>
        <p:nvSpPr>
          <p:cNvPr id="55" name="Shape 55"/>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56" name="Shape 56"/>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57" name="Shape 57"/>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1200">
                <a:solidFill>
                  <a:srgbClr val="888888"/>
                </a:solidFill>
                <a:latin typeface="Calibri"/>
                <a:ea typeface="Calibri"/>
                <a:cs typeface="Calibri"/>
                <a:sym typeface="Calibri"/>
              </a:rPr>
              <a:t>‹#›</a:t>
            </a:fld>
            <a:endParaRPr lang="en-US" sz="1200">
              <a:solidFill>
                <a:srgbClr val="888888"/>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58"/>
        <p:cNvGrpSpPr/>
        <p:nvPr/>
      </p:nvGrpSpPr>
      <p:grpSpPr>
        <a:xfrm>
          <a:off x="0" y="0"/>
          <a:ext cx="0" cy="0"/>
          <a:chOff x="0" y="0"/>
          <a:chExt cx="0" cy="0"/>
        </a:xfrm>
      </p:grpSpPr>
      <p:sp>
        <p:nvSpPr>
          <p:cNvPr id="59" name="Shape 59"/>
          <p:cNvSpPr txBox="1">
            <a:spLocks noGrp="1"/>
          </p:cNvSpPr>
          <p:nvPr>
            <p:ph type="title"/>
          </p:nvPr>
        </p:nvSpPr>
        <p:spPr>
          <a:xfrm>
            <a:off x="839787" y="457200"/>
            <a:ext cx="3932237" cy="1600199"/>
          </a:xfrm>
          <a:prstGeom prst="rect">
            <a:avLst/>
          </a:prstGeom>
          <a:noFill/>
          <a:ln>
            <a:noFill/>
          </a:ln>
        </p:spPr>
        <p:txBody>
          <a:bodyPr lIns="91425" tIns="91425" rIns="91425" bIns="91425" anchor="b" anchorCtr="0"/>
          <a:lstStyle>
            <a:lvl1pPr marL="0" marR="0" lvl="0" indent="0" algn="l" rtl="0">
              <a:lnSpc>
                <a:spcPct val="90000"/>
              </a:lnSpc>
              <a:spcBef>
                <a:spcPts val="0"/>
              </a:spcBef>
              <a:buClr>
                <a:schemeClr val="dk1"/>
              </a:buClr>
              <a:buFont typeface="Calibri"/>
              <a:buNone/>
              <a:defRPr sz="32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0" name="Shape 60"/>
          <p:cNvSpPr txBox="1">
            <a:spLocks noGrp="1"/>
          </p:cNvSpPr>
          <p:nvPr>
            <p:ph type="body" idx="1"/>
          </p:nvPr>
        </p:nvSpPr>
        <p:spPr>
          <a:xfrm>
            <a:off x="5183187" y="987425"/>
            <a:ext cx="6172199" cy="4873624"/>
          </a:xfrm>
          <a:prstGeom prst="rect">
            <a:avLst/>
          </a:prstGeom>
          <a:noFill/>
          <a:ln>
            <a:noFill/>
          </a:ln>
        </p:spPr>
        <p:txBody>
          <a:bodyPr lIns="91425" tIns="91425" rIns="91425" bIns="91425" anchor="t" anchorCtr="0"/>
          <a:lstStyle>
            <a:lvl1pPr marL="228600" marR="0" lvl="0" indent="-25400" algn="l" rtl="0">
              <a:lnSpc>
                <a:spcPct val="90000"/>
              </a:lnSpc>
              <a:spcBef>
                <a:spcPts val="1000"/>
              </a:spcBef>
              <a:buClr>
                <a:schemeClr val="dk1"/>
              </a:buClr>
              <a:buSzPct val="100000"/>
              <a:buFont typeface="Arial"/>
              <a:buChar char="•"/>
              <a:defRPr sz="3200" b="0" i="0" u="none" strike="noStrike" cap="none">
                <a:solidFill>
                  <a:schemeClr val="dk1"/>
                </a:solidFill>
                <a:latin typeface="Calibri"/>
                <a:ea typeface="Calibri"/>
                <a:cs typeface="Calibri"/>
                <a:sym typeface="Calibri"/>
              </a:defRPr>
            </a:lvl1pPr>
            <a:lvl2pPr marL="685800" marR="0" lvl="1" indent="-50800" algn="l" rtl="0">
              <a:lnSpc>
                <a:spcPct val="90000"/>
              </a:lnSpc>
              <a:spcBef>
                <a:spcPts val="500"/>
              </a:spcBef>
              <a:buClr>
                <a:schemeClr val="dk1"/>
              </a:buClr>
              <a:buSzPct val="100000"/>
              <a:buFont typeface="Arial"/>
              <a:buChar char="•"/>
              <a:defRPr sz="2800" b="0" i="0" u="none" strike="noStrike" cap="none">
                <a:solidFill>
                  <a:schemeClr val="dk1"/>
                </a:solidFill>
                <a:latin typeface="Calibri"/>
                <a:ea typeface="Calibri"/>
                <a:cs typeface="Calibri"/>
                <a:sym typeface="Calibri"/>
              </a:defRPr>
            </a:lvl2pPr>
            <a:lvl3pPr marL="1143000" marR="0" lvl="2" indent="-76200" algn="l" rtl="0">
              <a:lnSpc>
                <a:spcPct val="90000"/>
              </a:lnSpc>
              <a:spcBef>
                <a:spcPts val="500"/>
              </a:spcBef>
              <a:buClr>
                <a:schemeClr val="dk1"/>
              </a:buClr>
              <a:buSzPct val="100000"/>
              <a:buFont typeface="Arial"/>
              <a:buChar char="•"/>
              <a:defRPr sz="2400" b="0" i="0" u="none" strike="noStrike" cap="none">
                <a:solidFill>
                  <a:schemeClr val="dk1"/>
                </a:solidFill>
                <a:latin typeface="Calibri"/>
                <a:ea typeface="Calibri"/>
                <a:cs typeface="Calibri"/>
                <a:sym typeface="Calibri"/>
              </a:defRPr>
            </a:lvl3pPr>
            <a:lvl4pPr marL="1600200" marR="0" lvl="3"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4pPr>
            <a:lvl5pPr marL="2057400" marR="0" lvl="4"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5pPr>
            <a:lvl6pPr marL="2514600" marR="0" lvl="5"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6pPr>
            <a:lvl7pPr marL="2971800" marR="0" lvl="6"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7pPr>
            <a:lvl8pPr marL="3429000" marR="0" lvl="7"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8pPr>
            <a:lvl9pPr marL="3886200" marR="0" lvl="8"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Shape 61"/>
          <p:cNvSpPr txBox="1">
            <a:spLocks noGrp="1"/>
          </p:cNvSpPr>
          <p:nvPr>
            <p:ph type="body" idx="2"/>
          </p:nvPr>
        </p:nvSpPr>
        <p:spPr>
          <a:xfrm>
            <a:off x="839787" y="2057400"/>
            <a:ext cx="3932237" cy="3811588"/>
          </a:xfrm>
          <a:prstGeom prst="rect">
            <a:avLst/>
          </a:prstGeom>
          <a:noFill/>
          <a:ln>
            <a:noFill/>
          </a:ln>
        </p:spPr>
        <p:txBody>
          <a:bodyPr lIns="91425" tIns="91425" rIns="91425" bIns="91425" anchor="t" anchorCtr="0"/>
          <a:lstStyle>
            <a:lvl1pPr marL="0" marR="0" lvl="0" indent="0" algn="l" rtl="0">
              <a:lnSpc>
                <a:spcPct val="90000"/>
              </a:lnSpc>
              <a:spcBef>
                <a:spcPts val="1000"/>
              </a:spcBef>
              <a:buClr>
                <a:schemeClr val="dk1"/>
              </a:buClr>
              <a:buFont typeface="Arial"/>
              <a:buNone/>
              <a:defRPr sz="1600" b="0"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Font typeface="Arial"/>
              <a:buNone/>
              <a:defRPr sz="14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Font typeface="Arial"/>
              <a:buNone/>
              <a:defRPr sz="12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Font typeface="Arial"/>
              <a:buNone/>
              <a:defRPr sz="10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Font typeface="Arial"/>
              <a:buNone/>
              <a:defRPr sz="1000" b="0"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Font typeface="Arial"/>
              <a:buNone/>
              <a:defRPr sz="1000" b="0"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Font typeface="Arial"/>
              <a:buNone/>
              <a:defRPr sz="1000" b="0"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Font typeface="Arial"/>
              <a:buNone/>
              <a:defRPr sz="1000" b="0"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Shape 62"/>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63" name="Shape 63"/>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64" name="Shape 64"/>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1200">
                <a:solidFill>
                  <a:srgbClr val="888888"/>
                </a:solidFill>
                <a:latin typeface="Calibri"/>
                <a:ea typeface="Calibri"/>
                <a:cs typeface="Calibri"/>
                <a:sym typeface="Calibri"/>
              </a:rPr>
              <a:t>‹#›</a:t>
            </a:fld>
            <a:endParaRPr lang="en-US" sz="1200">
              <a:solidFill>
                <a:srgbClr val="888888"/>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65"/>
        <p:cNvGrpSpPr/>
        <p:nvPr/>
      </p:nvGrpSpPr>
      <p:grpSpPr>
        <a:xfrm>
          <a:off x="0" y="0"/>
          <a:ext cx="0" cy="0"/>
          <a:chOff x="0" y="0"/>
          <a:chExt cx="0" cy="0"/>
        </a:xfrm>
      </p:grpSpPr>
      <p:sp>
        <p:nvSpPr>
          <p:cNvPr id="66" name="Shape 66"/>
          <p:cNvSpPr txBox="1">
            <a:spLocks noGrp="1"/>
          </p:cNvSpPr>
          <p:nvPr>
            <p:ph type="title"/>
          </p:nvPr>
        </p:nvSpPr>
        <p:spPr>
          <a:xfrm>
            <a:off x="839787" y="457200"/>
            <a:ext cx="3932237" cy="1600199"/>
          </a:xfrm>
          <a:prstGeom prst="rect">
            <a:avLst/>
          </a:prstGeom>
          <a:noFill/>
          <a:ln>
            <a:noFill/>
          </a:ln>
        </p:spPr>
        <p:txBody>
          <a:bodyPr lIns="91425" tIns="91425" rIns="91425" bIns="91425" anchor="b" anchorCtr="0"/>
          <a:lstStyle>
            <a:lvl1pPr marL="0" marR="0" lvl="0" indent="0" algn="l" rtl="0">
              <a:lnSpc>
                <a:spcPct val="90000"/>
              </a:lnSpc>
              <a:spcBef>
                <a:spcPts val="0"/>
              </a:spcBef>
              <a:buClr>
                <a:schemeClr val="dk1"/>
              </a:buClr>
              <a:buFont typeface="Calibri"/>
              <a:buNone/>
              <a:defRPr sz="32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7" name="Shape 67"/>
          <p:cNvSpPr>
            <a:spLocks noGrp="1"/>
          </p:cNvSpPr>
          <p:nvPr>
            <p:ph type="pic" idx="2"/>
          </p:nvPr>
        </p:nvSpPr>
        <p:spPr>
          <a:xfrm>
            <a:off x="5183187" y="987425"/>
            <a:ext cx="6172199" cy="4873624"/>
          </a:xfrm>
          <a:prstGeom prst="rect">
            <a:avLst/>
          </a:prstGeom>
          <a:noFill/>
          <a:ln>
            <a:noFill/>
          </a:ln>
        </p:spPr>
        <p:txBody>
          <a:bodyPr lIns="91425" tIns="91425" rIns="91425" bIns="91425" anchor="t" anchorCtr="0"/>
          <a:lstStyle>
            <a:lvl1pPr marL="0" marR="0" lvl="0" indent="0" algn="l" rtl="0">
              <a:lnSpc>
                <a:spcPct val="90000"/>
              </a:lnSpc>
              <a:spcBef>
                <a:spcPts val="1000"/>
              </a:spcBef>
              <a:buClr>
                <a:schemeClr val="dk1"/>
              </a:buClr>
              <a:buFont typeface="Arial"/>
              <a:buNone/>
              <a:defRPr sz="3200" b="0"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Font typeface="Arial"/>
              <a:buNone/>
              <a:defRPr sz="28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Font typeface="Arial"/>
              <a:buNone/>
              <a:defRPr sz="24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Font typeface="Arial"/>
              <a:buNone/>
              <a:defRPr sz="20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Font typeface="Arial"/>
              <a:buNone/>
              <a:defRPr sz="2000" b="0"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Shape 68"/>
          <p:cNvSpPr txBox="1">
            <a:spLocks noGrp="1"/>
          </p:cNvSpPr>
          <p:nvPr>
            <p:ph type="body" idx="1"/>
          </p:nvPr>
        </p:nvSpPr>
        <p:spPr>
          <a:xfrm>
            <a:off x="839787" y="2057400"/>
            <a:ext cx="3932237" cy="3811588"/>
          </a:xfrm>
          <a:prstGeom prst="rect">
            <a:avLst/>
          </a:prstGeom>
          <a:noFill/>
          <a:ln>
            <a:noFill/>
          </a:ln>
        </p:spPr>
        <p:txBody>
          <a:bodyPr lIns="91425" tIns="91425" rIns="91425" bIns="91425" anchor="t" anchorCtr="0"/>
          <a:lstStyle>
            <a:lvl1pPr marL="0" marR="0" lvl="0" indent="0" algn="l" rtl="0">
              <a:lnSpc>
                <a:spcPct val="90000"/>
              </a:lnSpc>
              <a:spcBef>
                <a:spcPts val="1000"/>
              </a:spcBef>
              <a:buClr>
                <a:schemeClr val="dk1"/>
              </a:buClr>
              <a:buFont typeface="Arial"/>
              <a:buNone/>
              <a:defRPr sz="1600" b="0" i="0" u="none" strike="noStrike" cap="none">
                <a:solidFill>
                  <a:schemeClr val="dk1"/>
                </a:solidFill>
                <a:latin typeface="Calibri"/>
                <a:ea typeface="Calibri"/>
                <a:cs typeface="Calibri"/>
                <a:sym typeface="Calibri"/>
              </a:defRPr>
            </a:lvl1pPr>
            <a:lvl2pPr marL="457200" marR="0" lvl="1" indent="0" algn="l" rtl="0">
              <a:lnSpc>
                <a:spcPct val="90000"/>
              </a:lnSpc>
              <a:spcBef>
                <a:spcPts val="500"/>
              </a:spcBef>
              <a:buClr>
                <a:schemeClr val="dk1"/>
              </a:buClr>
              <a:buFont typeface="Arial"/>
              <a:buNone/>
              <a:defRPr sz="1400" b="0" i="0" u="none" strike="noStrike" cap="none">
                <a:solidFill>
                  <a:schemeClr val="dk1"/>
                </a:solidFill>
                <a:latin typeface="Calibri"/>
                <a:ea typeface="Calibri"/>
                <a:cs typeface="Calibri"/>
                <a:sym typeface="Calibri"/>
              </a:defRPr>
            </a:lvl2pPr>
            <a:lvl3pPr marL="914400" marR="0" lvl="2" indent="0" algn="l" rtl="0">
              <a:lnSpc>
                <a:spcPct val="90000"/>
              </a:lnSpc>
              <a:spcBef>
                <a:spcPts val="500"/>
              </a:spcBef>
              <a:buClr>
                <a:schemeClr val="dk1"/>
              </a:buClr>
              <a:buFont typeface="Arial"/>
              <a:buNone/>
              <a:defRPr sz="1200" b="0" i="0" u="none" strike="noStrike" cap="none">
                <a:solidFill>
                  <a:schemeClr val="dk1"/>
                </a:solidFill>
                <a:latin typeface="Calibri"/>
                <a:ea typeface="Calibri"/>
                <a:cs typeface="Calibri"/>
                <a:sym typeface="Calibri"/>
              </a:defRPr>
            </a:lvl3pPr>
            <a:lvl4pPr marL="1371600" marR="0" lvl="3" indent="0" algn="l" rtl="0">
              <a:lnSpc>
                <a:spcPct val="90000"/>
              </a:lnSpc>
              <a:spcBef>
                <a:spcPts val="500"/>
              </a:spcBef>
              <a:buClr>
                <a:schemeClr val="dk1"/>
              </a:buClr>
              <a:buFont typeface="Arial"/>
              <a:buNone/>
              <a:defRPr sz="1000" b="0" i="0" u="none" strike="noStrike" cap="none">
                <a:solidFill>
                  <a:schemeClr val="dk1"/>
                </a:solidFill>
                <a:latin typeface="Calibri"/>
                <a:ea typeface="Calibri"/>
                <a:cs typeface="Calibri"/>
                <a:sym typeface="Calibri"/>
              </a:defRPr>
            </a:lvl4pPr>
            <a:lvl5pPr marL="1828800" marR="0" lvl="4" indent="0" algn="l" rtl="0">
              <a:lnSpc>
                <a:spcPct val="90000"/>
              </a:lnSpc>
              <a:spcBef>
                <a:spcPts val="500"/>
              </a:spcBef>
              <a:buClr>
                <a:schemeClr val="dk1"/>
              </a:buClr>
              <a:buFont typeface="Arial"/>
              <a:buNone/>
              <a:defRPr sz="1000" b="0" i="0" u="none" strike="noStrike" cap="none">
                <a:solidFill>
                  <a:schemeClr val="dk1"/>
                </a:solidFill>
                <a:latin typeface="Calibri"/>
                <a:ea typeface="Calibri"/>
                <a:cs typeface="Calibri"/>
                <a:sym typeface="Calibri"/>
              </a:defRPr>
            </a:lvl5pPr>
            <a:lvl6pPr marL="2286000" marR="0" lvl="5" indent="0" algn="l" rtl="0">
              <a:lnSpc>
                <a:spcPct val="90000"/>
              </a:lnSpc>
              <a:spcBef>
                <a:spcPts val="500"/>
              </a:spcBef>
              <a:buClr>
                <a:schemeClr val="dk1"/>
              </a:buClr>
              <a:buFont typeface="Arial"/>
              <a:buNone/>
              <a:defRPr sz="1000" b="0" i="0" u="none" strike="noStrike" cap="none">
                <a:solidFill>
                  <a:schemeClr val="dk1"/>
                </a:solidFill>
                <a:latin typeface="Calibri"/>
                <a:ea typeface="Calibri"/>
                <a:cs typeface="Calibri"/>
                <a:sym typeface="Calibri"/>
              </a:defRPr>
            </a:lvl6pPr>
            <a:lvl7pPr marL="2743200" marR="0" lvl="6" indent="0" algn="l" rtl="0">
              <a:lnSpc>
                <a:spcPct val="90000"/>
              </a:lnSpc>
              <a:spcBef>
                <a:spcPts val="500"/>
              </a:spcBef>
              <a:buClr>
                <a:schemeClr val="dk1"/>
              </a:buClr>
              <a:buFont typeface="Arial"/>
              <a:buNone/>
              <a:defRPr sz="1000" b="0" i="0" u="none" strike="noStrike" cap="none">
                <a:solidFill>
                  <a:schemeClr val="dk1"/>
                </a:solidFill>
                <a:latin typeface="Calibri"/>
                <a:ea typeface="Calibri"/>
                <a:cs typeface="Calibri"/>
                <a:sym typeface="Calibri"/>
              </a:defRPr>
            </a:lvl7pPr>
            <a:lvl8pPr marL="3200400" marR="0" lvl="7" indent="0" algn="l" rtl="0">
              <a:lnSpc>
                <a:spcPct val="90000"/>
              </a:lnSpc>
              <a:spcBef>
                <a:spcPts val="500"/>
              </a:spcBef>
              <a:buClr>
                <a:schemeClr val="dk1"/>
              </a:buClr>
              <a:buFont typeface="Arial"/>
              <a:buNone/>
              <a:defRPr sz="1000" b="0" i="0" u="none" strike="noStrike" cap="none">
                <a:solidFill>
                  <a:schemeClr val="dk1"/>
                </a:solidFill>
                <a:latin typeface="Calibri"/>
                <a:ea typeface="Calibri"/>
                <a:cs typeface="Calibri"/>
                <a:sym typeface="Calibri"/>
              </a:defRPr>
            </a:lvl8pPr>
            <a:lvl9pPr marL="3657600" marR="0" lvl="8" indent="0" algn="l" rtl="0">
              <a:lnSpc>
                <a:spcPct val="90000"/>
              </a:lnSpc>
              <a:spcBef>
                <a:spcPts val="500"/>
              </a:spcBef>
              <a:buClr>
                <a:schemeClr val="dk1"/>
              </a:buClr>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Shape 69"/>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70" name="Shape 70"/>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71" name="Shape 71"/>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1200">
                <a:solidFill>
                  <a:srgbClr val="888888"/>
                </a:solidFill>
                <a:latin typeface="Calibri"/>
                <a:ea typeface="Calibri"/>
                <a:cs typeface="Calibri"/>
                <a:sym typeface="Calibri"/>
              </a:rPr>
              <a:t>‹#›</a:t>
            </a:fld>
            <a:endParaRPr lang="en-US" sz="1200">
              <a:solidFill>
                <a:srgbClr val="888888"/>
              </a:solidFill>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72"/>
        <p:cNvGrpSpPr/>
        <p:nvPr/>
      </p:nvGrpSpPr>
      <p:grpSpPr>
        <a:xfrm>
          <a:off x="0" y="0"/>
          <a:ext cx="0" cy="0"/>
          <a:chOff x="0" y="0"/>
          <a:chExt cx="0" cy="0"/>
        </a:xfrm>
      </p:grpSpPr>
      <p:sp>
        <p:nvSpPr>
          <p:cNvPr id="73" name="Shape 73"/>
          <p:cNvSpPr txBox="1">
            <a:spLocks noGrp="1"/>
          </p:cNvSpPr>
          <p:nvPr>
            <p:ph type="title"/>
          </p:nvPr>
        </p:nvSpPr>
        <p:spPr>
          <a:xfrm>
            <a:off x="838200" y="365125"/>
            <a:ext cx="10515599" cy="1325562"/>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44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4" name="Shape 74"/>
          <p:cNvSpPr txBox="1">
            <a:spLocks noGrp="1"/>
          </p:cNvSpPr>
          <p:nvPr>
            <p:ph type="body" idx="1"/>
          </p:nvPr>
        </p:nvSpPr>
        <p:spPr>
          <a:xfrm rot="5400000">
            <a:off x="3920331" y="-1256505"/>
            <a:ext cx="4351338" cy="10515599"/>
          </a:xfrm>
          <a:prstGeom prst="rect">
            <a:avLst/>
          </a:prstGeom>
          <a:noFill/>
          <a:ln>
            <a:noFill/>
          </a:ln>
        </p:spPr>
        <p:txBody>
          <a:bodyPr lIns="91425" tIns="91425" rIns="91425" bIns="91425" anchor="t" anchorCtr="0"/>
          <a:lstStyle>
            <a:lvl1pPr marL="228600" marR="0" lvl="0" indent="-50800" algn="l" rtl="0">
              <a:lnSpc>
                <a:spcPct val="90000"/>
              </a:lnSpc>
              <a:spcBef>
                <a:spcPts val="1000"/>
              </a:spcBef>
              <a:buClr>
                <a:schemeClr val="dk1"/>
              </a:buClr>
              <a:buSzPct val="1000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ct val="1000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Shape 75"/>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76" name="Shape 76"/>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77" name="Shape 77"/>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1200">
                <a:solidFill>
                  <a:srgbClr val="888888"/>
                </a:solidFill>
                <a:latin typeface="Calibri"/>
                <a:ea typeface="Calibri"/>
                <a:cs typeface="Calibri"/>
                <a:sym typeface="Calibri"/>
              </a:rPr>
              <a:t>‹#›</a:t>
            </a:fld>
            <a:endParaRPr lang="en-US" sz="1200">
              <a:solidFill>
                <a:srgbClr val="888888"/>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78"/>
        <p:cNvGrpSpPr/>
        <p:nvPr/>
      </p:nvGrpSpPr>
      <p:grpSpPr>
        <a:xfrm>
          <a:off x="0" y="0"/>
          <a:ext cx="0" cy="0"/>
          <a:chOff x="0" y="0"/>
          <a:chExt cx="0" cy="0"/>
        </a:xfrm>
      </p:grpSpPr>
      <p:sp>
        <p:nvSpPr>
          <p:cNvPr id="79" name="Shape 79"/>
          <p:cNvSpPr txBox="1">
            <a:spLocks noGrp="1"/>
          </p:cNvSpPr>
          <p:nvPr>
            <p:ph type="title"/>
          </p:nvPr>
        </p:nvSpPr>
        <p:spPr>
          <a:xfrm rot="5400000">
            <a:off x="7133431" y="1956594"/>
            <a:ext cx="5811838" cy="2628899"/>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44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80" name="Shape 80"/>
          <p:cNvSpPr txBox="1">
            <a:spLocks noGrp="1"/>
          </p:cNvSpPr>
          <p:nvPr>
            <p:ph type="body" idx="1"/>
          </p:nvPr>
        </p:nvSpPr>
        <p:spPr>
          <a:xfrm rot="5400000">
            <a:off x="1799431" y="-596105"/>
            <a:ext cx="5811838" cy="7734299"/>
          </a:xfrm>
          <a:prstGeom prst="rect">
            <a:avLst/>
          </a:prstGeom>
          <a:noFill/>
          <a:ln>
            <a:noFill/>
          </a:ln>
        </p:spPr>
        <p:txBody>
          <a:bodyPr lIns="91425" tIns="91425" rIns="91425" bIns="91425" anchor="t" anchorCtr="0"/>
          <a:lstStyle>
            <a:lvl1pPr marL="228600" marR="0" lvl="0" indent="-50800" algn="l" rtl="0">
              <a:lnSpc>
                <a:spcPct val="90000"/>
              </a:lnSpc>
              <a:spcBef>
                <a:spcPts val="1000"/>
              </a:spcBef>
              <a:buClr>
                <a:schemeClr val="dk1"/>
              </a:buClr>
              <a:buSzPct val="1000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ct val="1000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Shape 81"/>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82" name="Shape 82"/>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83" name="Shape 83"/>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1200">
                <a:solidFill>
                  <a:srgbClr val="888888"/>
                </a:solidFill>
                <a:latin typeface="Calibri"/>
                <a:ea typeface="Calibri"/>
                <a:cs typeface="Calibri"/>
                <a:sym typeface="Calibri"/>
              </a:rPr>
              <a:t>‹#›</a:t>
            </a:fld>
            <a:endParaRPr lang="en-US" sz="1200">
              <a:solidFill>
                <a:srgbClr val="888888"/>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838200" y="365125"/>
            <a:ext cx="10515599" cy="1325562"/>
          </a:xfrm>
          <a:prstGeom prst="rect">
            <a:avLst/>
          </a:prstGeom>
          <a:noFill/>
          <a:ln>
            <a:noFill/>
          </a:ln>
        </p:spPr>
        <p:txBody>
          <a:bodyPr lIns="91425" tIns="91425" rIns="91425" bIns="91425" anchor="ctr" anchorCtr="0"/>
          <a:lstStyle>
            <a:lvl1pPr marL="0" marR="0" lvl="0" indent="0" algn="l" rtl="0">
              <a:lnSpc>
                <a:spcPct val="90000"/>
              </a:lnSpc>
              <a:spcBef>
                <a:spcPts val="0"/>
              </a:spcBef>
              <a:buClr>
                <a:schemeClr val="dk1"/>
              </a:buClr>
              <a:buFont typeface="Calibri"/>
              <a:buNone/>
              <a:defRPr sz="4400" b="0" i="0" u="none" strike="noStrike" cap="none">
                <a:solidFill>
                  <a:schemeClr val="dk1"/>
                </a:solidFill>
                <a:latin typeface="Calibri"/>
                <a:ea typeface="Calibri"/>
                <a:cs typeface="Calibri"/>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838200" y="1825625"/>
            <a:ext cx="10515599" cy="4351338"/>
          </a:xfrm>
          <a:prstGeom prst="rect">
            <a:avLst/>
          </a:prstGeom>
          <a:noFill/>
          <a:ln>
            <a:noFill/>
          </a:ln>
        </p:spPr>
        <p:txBody>
          <a:bodyPr lIns="91425" tIns="91425" rIns="91425" bIns="91425" anchor="t" anchorCtr="0"/>
          <a:lstStyle>
            <a:lvl1pPr marL="228600" marR="0" lvl="0" indent="-50800" algn="l" rtl="0">
              <a:lnSpc>
                <a:spcPct val="90000"/>
              </a:lnSpc>
              <a:spcBef>
                <a:spcPts val="1000"/>
              </a:spcBef>
              <a:buClr>
                <a:schemeClr val="dk1"/>
              </a:buClr>
              <a:buSzPct val="100000"/>
              <a:buFont typeface="Arial"/>
              <a:buChar char="•"/>
              <a:defRPr sz="2800" b="0" i="0" u="none" strike="noStrike" cap="none">
                <a:solidFill>
                  <a:schemeClr val="dk1"/>
                </a:solidFill>
                <a:latin typeface="Calibri"/>
                <a:ea typeface="Calibri"/>
                <a:cs typeface="Calibri"/>
                <a:sym typeface="Calibri"/>
              </a:defRPr>
            </a:lvl1pPr>
            <a:lvl2pPr marL="685800" marR="0" lvl="1" indent="-76200" algn="l" rtl="0">
              <a:lnSpc>
                <a:spcPct val="90000"/>
              </a:lnSpc>
              <a:spcBef>
                <a:spcPts val="500"/>
              </a:spcBef>
              <a:buClr>
                <a:schemeClr val="dk1"/>
              </a:buClr>
              <a:buSzPct val="100000"/>
              <a:buFont typeface="Arial"/>
              <a:buChar char="•"/>
              <a:defRPr sz="2400" b="0" i="0" u="none" strike="noStrike" cap="none">
                <a:solidFill>
                  <a:schemeClr val="dk1"/>
                </a:solidFill>
                <a:latin typeface="Calibri"/>
                <a:ea typeface="Calibri"/>
                <a:cs typeface="Calibri"/>
                <a:sym typeface="Calibri"/>
              </a:defRPr>
            </a:lvl2pPr>
            <a:lvl3pPr marL="1143000" marR="0" lvl="2" indent="-101600" algn="l" rtl="0">
              <a:lnSpc>
                <a:spcPct val="90000"/>
              </a:lnSpc>
              <a:spcBef>
                <a:spcPts val="500"/>
              </a:spcBef>
              <a:buClr>
                <a:schemeClr val="dk1"/>
              </a:buClr>
              <a:buSzPct val="100000"/>
              <a:buFont typeface="Arial"/>
              <a:buChar char="•"/>
              <a:defRPr sz="2000" b="0" i="0" u="none" strike="noStrike" cap="none">
                <a:solidFill>
                  <a:schemeClr val="dk1"/>
                </a:solidFill>
                <a:latin typeface="Calibri"/>
                <a:ea typeface="Calibri"/>
                <a:cs typeface="Calibri"/>
                <a:sym typeface="Calibri"/>
              </a:defRPr>
            </a:lvl3pPr>
            <a:lvl4pPr marL="1600200" marR="0" lvl="3"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4pPr>
            <a:lvl5pPr marL="2057400" marR="0" lvl="4"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5pPr>
            <a:lvl6pPr marL="2514600" marR="0" lvl="5"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6pPr>
            <a:lvl7pPr marL="2971800" marR="0" lvl="6"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7pPr>
            <a:lvl8pPr marL="3429000" marR="0" lvl="7"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8pPr>
            <a:lvl9pPr marL="3886200" marR="0" lvl="8" indent="-114300" algn="l" rtl="0">
              <a:lnSpc>
                <a:spcPct val="90000"/>
              </a:lnSpc>
              <a:spcBef>
                <a:spcPts val="500"/>
              </a:spcBef>
              <a:buClr>
                <a:schemeClr val="dk1"/>
              </a:buClr>
              <a:buSzPct val="1000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Shape 12"/>
          <p:cNvSpPr txBox="1">
            <a:spLocks noGrp="1"/>
          </p:cNvSpPr>
          <p:nvPr>
            <p:ph type="dt" idx="10"/>
          </p:nvPr>
        </p:nvSpPr>
        <p:spPr>
          <a:xfrm>
            <a:off x="838200" y="6356350"/>
            <a:ext cx="2743199" cy="365125"/>
          </a:xfrm>
          <a:prstGeom prst="rect">
            <a:avLst/>
          </a:prstGeom>
          <a:noFill/>
          <a:ln>
            <a:noFill/>
          </a:ln>
        </p:spPr>
        <p:txBody>
          <a:bodyPr lIns="91425" tIns="91425" rIns="91425" bIns="91425" anchor="ctr" anchorCtr="0"/>
          <a:lstStyle>
            <a:lvl1pPr marL="0" marR="0" lvl="0" indent="0" algn="l" rtl="0">
              <a:spcBef>
                <a:spcPts val="0"/>
              </a:spcBef>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13" name="Shape 13"/>
          <p:cNvSpPr txBox="1">
            <a:spLocks noGrp="1"/>
          </p:cNvSpPr>
          <p:nvPr>
            <p:ph type="ftr" idx="11"/>
          </p:nvPr>
        </p:nvSpPr>
        <p:spPr>
          <a:xfrm>
            <a:off x="4038600" y="6356350"/>
            <a:ext cx="4114800" cy="365125"/>
          </a:xfrm>
          <a:prstGeom prst="rect">
            <a:avLst/>
          </a:prstGeom>
          <a:noFill/>
          <a:ln>
            <a:noFill/>
          </a:ln>
        </p:spPr>
        <p:txBody>
          <a:bodyPr lIns="91425" tIns="91425" rIns="91425" bIns="91425" anchor="ctr" anchorCtr="0"/>
          <a:lstStyle>
            <a:lvl1pPr marL="0" marR="0" lvl="0" indent="0" algn="ctr" rtl="0">
              <a:spcBef>
                <a:spcPts val="0"/>
              </a:spcBef>
              <a:buNone/>
              <a:defRPr sz="1200" b="0" i="0" u="none" strike="noStrike" cap="none">
                <a:solidFill>
                  <a:srgbClr val="888888"/>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14" name="Shape 14"/>
          <p:cNvSpPr txBox="1">
            <a:spLocks noGrp="1"/>
          </p:cNvSpPr>
          <p:nvPr>
            <p:ph type="sldNum" idx="12"/>
          </p:nvPr>
        </p:nvSpPr>
        <p:spPr>
          <a:xfrm>
            <a:off x="8610600" y="6356350"/>
            <a:ext cx="2743199" cy="365125"/>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1200" b="0" i="0" u="none" strike="noStrike" cap="none">
                <a:solidFill>
                  <a:srgbClr val="888888"/>
                </a:solidFill>
                <a:latin typeface="Calibri"/>
                <a:ea typeface="Calibri"/>
                <a:cs typeface="Calibri"/>
                <a:sym typeface="Calibri"/>
              </a:rPr>
              <a:t>‹#›</a:t>
            </a:fld>
            <a:endParaRPr lang="en-US" sz="1200" b="0" i="0" u="none" strike="noStrike" cap="none">
              <a:solidFill>
                <a:srgbClr val="888888"/>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9.jpg"/><Relationship Id="rId4" Type="http://schemas.openxmlformats.org/officeDocument/2006/relationships/image" Target="../media/image8.jpg"/></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Shape 88"/>
          <p:cNvSpPr txBox="1">
            <a:spLocks noGrp="1"/>
          </p:cNvSpPr>
          <p:nvPr>
            <p:ph type="ctrTitle"/>
          </p:nvPr>
        </p:nvSpPr>
        <p:spPr>
          <a:xfrm>
            <a:off x="1524000" y="0"/>
            <a:ext cx="9144000" cy="2387600"/>
          </a:xfrm>
          <a:prstGeom prst="rect">
            <a:avLst/>
          </a:prstGeom>
          <a:noFill/>
          <a:ln>
            <a:noFill/>
          </a:ln>
        </p:spPr>
        <p:txBody>
          <a:bodyPr lIns="91425" tIns="45700" rIns="91425" bIns="45700" anchor="b" anchorCtr="0">
            <a:noAutofit/>
          </a:bodyPr>
          <a:lstStyle/>
          <a:p>
            <a:pPr marL="0" marR="0" lvl="0" indent="0" algn="ctr" rtl="0">
              <a:lnSpc>
                <a:spcPct val="90000"/>
              </a:lnSpc>
              <a:spcBef>
                <a:spcPts val="0"/>
              </a:spcBef>
              <a:buClr>
                <a:schemeClr val="dk1"/>
              </a:buClr>
              <a:buSzPct val="25000"/>
              <a:buFont typeface="Quattrocento Sans"/>
              <a:buNone/>
            </a:pPr>
            <a:r>
              <a:rPr lang="en-US" sz="6000" b="0" i="0" u="none" strike="noStrike" cap="none">
                <a:solidFill>
                  <a:schemeClr val="dk1"/>
                </a:solidFill>
                <a:latin typeface="Quattrocento Sans"/>
                <a:ea typeface="Quattrocento Sans"/>
                <a:cs typeface="Quattrocento Sans"/>
                <a:sym typeface="Quattrocento Sans"/>
              </a:rPr>
              <a:t>AMINOT</a:t>
            </a:r>
            <a:r>
              <a:rPr lang="en-US" sz="6000" b="0" i="0" u="none" strike="noStrike" cap="none">
                <a:solidFill>
                  <a:schemeClr val="dk1"/>
                </a:solidFill>
                <a:latin typeface="Calibri"/>
                <a:ea typeface="Calibri"/>
                <a:cs typeface="Calibri"/>
                <a:sym typeface="Calibri"/>
              </a:rPr>
              <a:t> </a:t>
            </a:r>
            <a:r>
              <a:rPr lang="en-US" sz="1600" b="1" i="0" u="none" strike="noStrike" cap="none">
                <a:solidFill>
                  <a:schemeClr val="dk1"/>
                </a:solidFill>
                <a:latin typeface="Arial"/>
                <a:ea typeface="Arial"/>
                <a:cs typeface="Arial"/>
                <a:sym typeface="Arial"/>
              </a:rPr>
              <a:t>Outpass and  Notification Portal</a:t>
            </a:r>
          </a:p>
        </p:txBody>
      </p:sp>
      <p:sp>
        <p:nvSpPr>
          <p:cNvPr id="89" name="Shape 89"/>
          <p:cNvSpPr txBox="1">
            <a:spLocks noGrp="1"/>
          </p:cNvSpPr>
          <p:nvPr>
            <p:ph type="subTitle" idx="1"/>
          </p:nvPr>
        </p:nvSpPr>
        <p:spPr>
          <a:xfrm>
            <a:off x="1524000" y="3602037"/>
            <a:ext cx="9144000" cy="1988270"/>
          </a:xfrm>
          <a:prstGeom prst="rect">
            <a:avLst/>
          </a:prstGeom>
          <a:noFill/>
          <a:ln>
            <a:noFill/>
          </a:ln>
        </p:spPr>
        <p:txBody>
          <a:bodyPr lIns="91425" tIns="45700" rIns="91425" bIns="45700" anchor="t" anchorCtr="0">
            <a:noAutofit/>
          </a:bodyPr>
          <a:lstStyle/>
          <a:p>
            <a:pPr marL="0" marR="0" lvl="0" indent="0" algn="r" rtl="0">
              <a:lnSpc>
                <a:spcPct val="80000"/>
              </a:lnSpc>
              <a:spcBef>
                <a:spcPts val="0"/>
              </a:spcBef>
              <a:spcAft>
                <a:spcPts val="0"/>
              </a:spcAft>
              <a:buClr>
                <a:schemeClr val="dk1"/>
              </a:buClr>
              <a:buSzPct val="25000"/>
              <a:buFont typeface="Arial"/>
              <a:buNone/>
            </a:pPr>
            <a:r>
              <a:rPr lang="en-US" sz="2220" b="0" i="0" u="sng" strike="noStrike" cap="none" dirty="0">
                <a:solidFill>
                  <a:schemeClr val="dk1"/>
                </a:solidFill>
                <a:latin typeface="Calibri"/>
                <a:ea typeface="Calibri"/>
                <a:cs typeface="Calibri"/>
                <a:sym typeface="Calibri"/>
              </a:rPr>
              <a:t>Presented by Group 13</a:t>
            </a:r>
            <a:r>
              <a:rPr lang="en-US" sz="2220" b="0" i="0" u="none" strike="noStrike" cap="none" dirty="0">
                <a:solidFill>
                  <a:schemeClr val="dk1"/>
                </a:solidFill>
                <a:latin typeface="Calibri"/>
                <a:ea typeface="Calibri"/>
                <a:cs typeface="Calibri"/>
                <a:sym typeface="Calibri"/>
              </a:rPr>
              <a:t> </a:t>
            </a:r>
            <a:r>
              <a:rPr lang="en-US" sz="2220" b="0" i="0" u="none" strike="noStrike" cap="none" dirty="0">
                <a:solidFill>
                  <a:schemeClr val="dk1"/>
                </a:solidFill>
                <a:latin typeface="Times New Roman"/>
                <a:ea typeface="Times New Roman"/>
                <a:cs typeface="Times New Roman"/>
                <a:sym typeface="Times New Roman"/>
              </a:rPr>
              <a:t>:</a:t>
            </a:r>
          </a:p>
          <a:p>
            <a:pPr marL="0" marR="0" lvl="0" indent="0" rtl="0">
              <a:lnSpc>
                <a:spcPct val="80000"/>
              </a:lnSpc>
              <a:spcBef>
                <a:spcPts val="1000"/>
              </a:spcBef>
              <a:spcAft>
                <a:spcPts val="0"/>
              </a:spcAft>
              <a:buClr>
                <a:schemeClr val="dk1"/>
              </a:buClr>
              <a:buSzPct val="25000"/>
              <a:buFont typeface="Arial"/>
              <a:buNone/>
            </a:pPr>
            <a:r>
              <a:rPr lang="en-US" sz="2220" dirty="0">
                <a:latin typeface="Times New Roman"/>
                <a:ea typeface="Times New Roman"/>
                <a:cs typeface="Times New Roman"/>
                <a:sym typeface="Times New Roman"/>
              </a:rPr>
              <a:t>	</a:t>
            </a:r>
            <a:r>
              <a:rPr lang="en-US" sz="2220" dirty="0" smtClean="0">
                <a:latin typeface="Times New Roman"/>
                <a:ea typeface="Times New Roman"/>
                <a:cs typeface="Times New Roman"/>
                <a:sym typeface="Times New Roman"/>
              </a:rPr>
              <a:t>				       </a:t>
            </a:r>
            <a:r>
              <a:rPr lang="en-US" sz="2220" b="0" i="0" u="none" strike="noStrike" cap="none" dirty="0" smtClean="0">
                <a:solidFill>
                  <a:schemeClr val="dk1"/>
                </a:solidFill>
                <a:latin typeface="Times New Roman"/>
                <a:ea typeface="Times New Roman"/>
                <a:cs typeface="Times New Roman"/>
                <a:sym typeface="Times New Roman"/>
              </a:rPr>
              <a:t>Deepansh </a:t>
            </a:r>
            <a:r>
              <a:rPr lang="en-US" sz="2220" b="0" i="0" u="none" strike="noStrike" cap="none" dirty="0">
                <a:solidFill>
                  <a:schemeClr val="dk1"/>
                </a:solidFill>
                <a:latin typeface="Times New Roman"/>
                <a:ea typeface="Times New Roman"/>
                <a:cs typeface="Times New Roman"/>
                <a:sym typeface="Times New Roman"/>
              </a:rPr>
              <a:t>Sood</a:t>
            </a:r>
          </a:p>
          <a:p>
            <a:pPr marL="0" marR="0" lvl="0" indent="0" rtl="0">
              <a:lnSpc>
                <a:spcPct val="80000"/>
              </a:lnSpc>
              <a:spcBef>
                <a:spcPts val="1000"/>
              </a:spcBef>
              <a:spcAft>
                <a:spcPts val="0"/>
              </a:spcAft>
              <a:buClr>
                <a:schemeClr val="dk1"/>
              </a:buClr>
              <a:buSzPct val="25000"/>
              <a:buFont typeface="Arial"/>
              <a:buNone/>
            </a:pPr>
            <a:r>
              <a:rPr lang="en-US" sz="2220" b="0" i="0" u="none" strike="noStrike" cap="none" dirty="0" smtClean="0">
                <a:solidFill>
                  <a:schemeClr val="dk1"/>
                </a:solidFill>
                <a:latin typeface="Times New Roman"/>
                <a:ea typeface="Times New Roman"/>
                <a:cs typeface="Times New Roman"/>
                <a:sym typeface="Times New Roman"/>
              </a:rPr>
              <a:t>					         Chaitanya Mittal</a:t>
            </a:r>
          </a:p>
          <a:p>
            <a:pPr marL="0" marR="0" lvl="0" indent="0" rtl="0">
              <a:lnSpc>
                <a:spcPct val="80000"/>
              </a:lnSpc>
              <a:spcBef>
                <a:spcPts val="1000"/>
              </a:spcBef>
              <a:spcAft>
                <a:spcPts val="0"/>
              </a:spcAft>
              <a:buClr>
                <a:schemeClr val="dk1"/>
              </a:buClr>
              <a:buSzPct val="25000"/>
              <a:buFont typeface="Arial"/>
              <a:buNone/>
            </a:pPr>
            <a:r>
              <a:rPr lang="en-US" sz="2220" b="0" i="0" u="none" strike="noStrike" cap="none" dirty="0" smtClean="0">
                <a:solidFill>
                  <a:schemeClr val="dk1"/>
                </a:solidFill>
                <a:latin typeface="Times New Roman"/>
                <a:ea typeface="Times New Roman"/>
                <a:cs typeface="Times New Roman"/>
                <a:sym typeface="Times New Roman"/>
              </a:rPr>
              <a:t>					Abhyuday</a:t>
            </a:r>
            <a:endParaRPr lang="en-US" sz="2220" b="0" i="0" u="none" strike="noStrike" cap="none" dirty="0">
              <a:solidFill>
                <a:schemeClr val="dk1"/>
              </a:solidFill>
              <a:latin typeface="Times New Roman"/>
              <a:ea typeface="Times New Roman"/>
              <a:cs typeface="Times New Roman"/>
              <a:sym typeface="Times New Roman"/>
            </a:endParaRPr>
          </a:p>
          <a:p>
            <a:pPr marL="0" marR="0" lvl="0" indent="0" rtl="0">
              <a:lnSpc>
                <a:spcPct val="80000"/>
              </a:lnSpc>
              <a:spcBef>
                <a:spcPts val="1000"/>
              </a:spcBef>
              <a:buClr>
                <a:schemeClr val="dk1"/>
              </a:buClr>
              <a:buSzPct val="25000"/>
              <a:buFont typeface="Arial"/>
              <a:buNone/>
            </a:pPr>
            <a:r>
              <a:rPr lang="en-US" sz="2220" b="0" i="0" u="none" strike="noStrike" cap="none" dirty="0" smtClean="0">
                <a:solidFill>
                  <a:schemeClr val="dk1"/>
                </a:solidFill>
                <a:latin typeface="Times New Roman"/>
                <a:ea typeface="Times New Roman"/>
                <a:cs typeface="Times New Roman"/>
                <a:sym typeface="Times New Roman"/>
              </a:rPr>
              <a:t>				                Karan </a:t>
            </a:r>
            <a:r>
              <a:rPr lang="en-US" sz="2220" b="0" i="0" u="none" strike="noStrike" cap="none" dirty="0">
                <a:solidFill>
                  <a:schemeClr val="dk1"/>
                </a:solidFill>
                <a:latin typeface="Times New Roman"/>
                <a:ea typeface="Times New Roman"/>
                <a:cs typeface="Times New Roman"/>
                <a:sym typeface="Times New Roman"/>
              </a:rPr>
              <a:t>Joshi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Shape 94"/>
          <p:cNvSpPr txBox="1">
            <a:spLocks noGrp="1"/>
          </p:cNvSpPr>
          <p:nvPr>
            <p:ph type="title"/>
          </p:nvPr>
        </p:nvSpPr>
        <p:spPr>
          <a:xfrm>
            <a:off x="838200" y="365125"/>
            <a:ext cx="10515599" cy="1325562"/>
          </a:xfrm>
          <a:prstGeom prst="rect">
            <a:avLst/>
          </a:prstGeom>
          <a:noFill/>
          <a:ln>
            <a:noFill/>
          </a:ln>
        </p:spPr>
        <p:txBody>
          <a:bodyPr lIns="91425" tIns="45700" rIns="91425" bIns="45700" anchor="ctr" anchorCtr="0">
            <a:noAutofit/>
          </a:bodyPr>
          <a:lstStyle/>
          <a:p>
            <a:pPr marL="0" marR="0" lvl="0" indent="0" algn="l" rtl="0">
              <a:lnSpc>
                <a:spcPct val="90000"/>
              </a:lnSpc>
              <a:spcBef>
                <a:spcPts val="0"/>
              </a:spcBef>
              <a:buClr>
                <a:schemeClr val="dk1"/>
              </a:buClr>
              <a:buSzPct val="25000"/>
              <a:buFont typeface="Calibri"/>
              <a:buNone/>
            </a:pPr>
            <a:r>
              <a:rPr lang="en-US" dirty="0" smtClean="0"/>
              <a:t>What </a:t>
            </a:r>
            <a:r>
              <a:rPr lang="en-US" dirty="0"/>
              <a:t>Is </a:t>
            </a:r>
            <a:r>
              <a:rPr lang="en-US" sz="4600" b="1" dirty="0"/>
              <a:t>Aminot</a:t>
            </a:r>
            <a:r>
              <a:rPr lang="en-US" dirty="0"/>
              <a:t>?</a:t>
            </a:r>
          </a:p>
        </p:txBody>
      </p:sp>
      <p:sp>
        <p:nvSpPr>
          <p:cNvPr id="95" name="Shape 95"/>
          <p:cNvSpPr txBox="1">
            <a:spLocks noGrp="1"/>
          </p:cNvSpPr>
          <p:nvPr>
            <p:ph type="body" idx="1"/>
          </p:nvPr>
        </p:nvSpPr>
        <p:spPr>
          <a:xfrm>
            <a:off x="838200" y="1825625"/>
            <a:ext cx="10515599" cy="4351338"/>
          </a:xfrm>
          <a:prstGeom prst="rect">
            <a:avLst/>
          </a:prstGeom>
          <a:noFill/>
          <a:ln>
            <a:noFill/>
          </a:ln>
        </p:spPr>
        <p:txBody>
          <a:bodyPr lIns="91425" tIns="45700" rIns="91425" bIns="45700" anchor="t" anchorCtr="0">
            <a:noAutofit/>
          </a:bodyPr>
          <a:lstStyle/>
          <a:p>
            <a:pPr marL="228600" marR="0" lvl="0" indent="-228600" algn="l" rtl="0">
              <a:lnSpc>
                <a:spcPct val="90000"/>
              </a:lnSpc>
              <a:spcBef>
                <a:spcPts val="0"/>
              </a:spcBef>
              <a:buClr>
                <a:schemeClr val="dk1"/>
              </a:buClr>
              <a:buSzPct val="93333"/>
              <a:buFont typeface="Arial"/>
              <a:buNone/>
            </a:pPr>
            <a:r>
              <a:rPr lang="en-US" dirty="0" smtClean="0"/>
              <a:t>  AMINOT </a:t>
            </a:r>
            <a:r>
              <a:rPr lang="en-US" dirty="0"/>
              <a:t>is a </a:t>
            </a:r>
            <a:r>
              <a:rPr lang="en-US" sz="3000" b="1" dirty="0"/>
              <a:t>web application</a:t>
            </a:r>
            <a:r>
              <a:rPr lang="en-US" sz="2900" b="1" dirty="0"/>
              <a:t>,</a:t>
            </a:r>
            <a:r>
              <a:rPr lang="en-US" dirty="0"/>
              <a:t>a universal solution for </a:t>
            </a:r>
            <a:r>
              <a:rPr lang="en-US" sz="3000" b="1" dirty="0"/>
              <a:t>book-keeping</a:t>
            </a:r>
            <a:r>
              <a:rPr lang="en-US" dirty="0"/>
              <a:t> and </a:t>
            </a:r>
            <a:r>
              <a:rPr lang="en-US" sz="3000" b="1" dirty="0"/>
              <a:t>notification</a:t>
            </a:r>
            <a:r>
              <a:rPr lang="en-US" dirty="0"/>
              <a:t>. It being a web application makes it easily accessible over any device as it </a:t>
            </a:r>
            <a:r>
              <a:rPr lang="en-US" sz="3000" b="1" dirty="0"/>
              <a:t>works on web browser</a:t>
            </a:r>
            <a:r>
              <a:rPr lang="en-US" dirty="0"/>
              <a:t>. It brings </a:t>
            </a:r>
            <a:r>
              <a:rPr lang="en-US" sz="3000" b="1" dirty="0"/>
              <a:t>a digital work solution</a:t>
            </a:r>
            <a:r>
              <a:rPr lang="en-US" dirty="0"/>
              <a:t>. This out-pass and notification application provides a </a:t>
            </a:r>
            <a:r>
              <a:rPr lang="en-US" sz="3000" b="1" dirty="0"/>
              <a:t>communication system between the students and their respective guardians.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Shape 101"/>
          <p:cNvSpPr txBox="1">
            <a:spLocks noGrp="1"/>
          </p:cNvSpPr>
          <p:nvPr>
            <p:ph type="title"/>
          </p:nvPr>
        </p:nvSpPr>
        <p:spPr>
          <a:xfrm>
            <a:off x="838200" y="365125"/>
            <a:ext cx="10515600" cy="1325700"/>
          </a:xfrm>
          <a:prstGeom prst="rect">
            <a:avLst/>
          </a:prstGeom>
        </p:spPr>
        <p:txBody>
          <a:bodyPr lIns="91425" tIns="91425" rIns="91425" bIns="91425" anchor="ctr" anchorCtr="0">
            <a:noAutofit/>
          </a:bodyPr>
          <a:lstStyle/>
          <a:p>
            <a:pPr lvl="0">
              <a:spcBef>
                <a:spcPts val="0"/>
              </a:spcBef>
              <a:buNone/>
            </a:pPr>
            <a:r>
              <a:rPr lang="en-US" dirty="0"/>
              <a:t>		</a:t>
            </a:r>
            <a:r>
              <a:rPr lang="en-US" dirty="0" smtClean="0"/>
              <a:t>     Ethics-</a:t>
            </a:r>
            <a:r>
              <a:rPr lang="en-US" b="1" dirty="0" smtClean="0"/>
              <a:t>Pass-Through</a:t>
            </a:r>
            <a:endParaRPr lang="en-US" b="1" dirty="0"/>
          </a:p>
        </p:txBody>
      </p:sp>
      <p:sp>
        <p:nvSpPr>
          <p:cNvPr id="102" name="Shape 102"/>
          <p:cNvSpPr txBox="1">
            <a:spLocks noGrp="1"/>
          </p:cNvSpPr>
          <p:nvPr>
            <p:ph type="body" idx="1"/>
          </p:nvPr>
        </p:nvSpPr>
        <p:spPr>
          <a:xfrm>
            <a:off x="1108565" y="2665980"/>
            <a:ext cx="4173900" cy="4601100"/>
          </a:xfrm>
          <a:prstGeom prst="rect">
            <a:avLst/>
          </a:prstGeom>
        </p:spPr>
        <p:txBody>
          <a:bodyPr lIns="91425" tIns="91425" rIns="91425" bIns="91425" anchor="t" anchorCtr="0">
            <a:noAutofit/>
          </a:bodyPr>
          <a:lstStyle/>
          <a:p>
            <a:pPr lvl="0" rtl="0">
              <a:spcBef>
                <a:spcPts val="0"/>
              </a:spcBef>
              <a:buNone/>
            </a:pPr>
            <a:r>
              <a:rPr lang="en-US" dirty="0"/>
              <a:t>It should be lawful for an institution to maintain a carefully discussed set of codes for allowing individuals to pass through or exit.</a:t>
            </a:r>
          </a:p>
        </p:txBody>
      </p:sp>
      <p:pic>
        <p:nvPicPr>
          <p:cNvPr id="103" name="Shape 103"/>
          <p:cNvPicPr preferRelativeResize="0"/>
          <p:nvPr/>
        </p:nvPicPr>
        <p:blipFill>
          <a:blip r:embed="rId3">
            <a:alphaModFix/>
          </a:blip>
          <a:stretch>
            <a:fillRect/>
          </a:stretch>
        </p:blipFill>
        <p:spPr>
          <a:xfrm>
            <a:off x="6002625" y="2025900"/>
            <a:ext cx="5733150" cy="37907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Shape 109"/>
          <p:cNvSpPr txBox="1">
            <a:spLocks noGrp="1"/>
          </p:cNvSpPr>
          <p:nvPr>
            <p:ph type="title"/>
          </p:nvPr>
        </p:nvSpPr>
        <p:spPr>
          <a:xfrm>
            <a:off x="838200" y="144950"/>
            <a:ext cx="10515600" cy="1325700"/>
          </a:xfrm>
          <a:prstGeom prst="rect">
            <a:avLst/>
          </a:prstGeom>
        </p:spPr>
        <p:txBody>
          <a:bodyPr lIns="91425" tIns="91425" rIns="91425" bIns="91425" anchor="ctr" anchorCtr="0">
            <a:noAutofit/>
          </a:bodyPr>
          <a:lstStyle/>
          <a:p>
            <a:pPr lvl="0" algn="ctr">
              <a:spcBef>
                <a:spcPts val="0"/>
              </a:spcBef>
              <a:buNone/>
            </a:pPr>
            <a:r>
              <a:rPr lang="en-US" b="1"/>
              <a:t>Present Scenario Along with it’s falls</a:t>
            </a:r>
          </a:p>
        </p:txBody>
      </p:sp>
      <p:pic>
        <p:nvPicPr>
          <p:cNvPr id="110" name="Shape 110"/>
          <p:cNvPicPr preferRelativeResize="0"/>
          <p:nvPr/>
        </p:nvPicPr>
        <p:blipFill>
          <a:blip r:embed="rId3">
            <a:alphaModFix/>
          </a:blip>
          <a:stretch>
            <a:fillRect/>
          </a:stretch>
        </p:blipFill>
        <p:spPr>
          <a:xfrm>
            <a:off x="1126550" y="1470651"/>
            <a:ext cx="9938900" cy="5319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xfrm>
            <a:off x="838200" y="365125"/>
            <a:ext cx="10515600" cy="1325700"/>
          </a:xfrm>
          <a:prstGeom prst="rect">
            <a:avLst/>
          </a:prstGeom>
        </p:spPr>
        <p:txBody>
          <a:bodyPr lIns="91425" tIns="91425" rIns="91425" bIns="91425" anchor="ctr" anchorCtr="0">
            <a:noAutofit/>
          </a:bodyPr>
          <a:lstStyle/>
          <a:p>
            <a:pPr marL="457200" lvl="0" indent="457200">
              <a:spcBef>
                <a:spcPts val="0"/>
              </a:spcBef>
              <a:buNone/>
            </a:pPr>
            <a:r>
              <a:rPr lang="en-US" sz="3400" dirty="0"/>
              <a:t>Technologies Used And Software Requirements</a:t>
            </a:r>
          </a:p>
        </p:txBody>
      </p:sp>
      <p:sp>
        <p:nvSpPr>
          <p:cNvPr id="117" name="Shape 117"/>
          <p:cNvSpPr txBox="1">
            <a:spLocks noGrp="1"/>
          </p:cNvSpPr>
          <p:nvPr>
            <p:ph type="body" idx="1"/>
          </p:nvPr>
        </p:nvSpPr>
        <p:spPr>
          <a:xfrm>
            <a:off x="838200" y="1825625"/>
            <a:ext cx="10515600" cy="4351200"/>
          </a:xfrm>
          <a:prstGeom prst="rect">
            <a:avLst/>
          </a:prstGeom>
        </p:spPr>
        <p:txBody>
          <a:bodyPr lIns="91425" tIns="91425" rIns="91425" bIns="91425" anchor="t" anchorCtr="0">
            <a:noAutofit/>
          </a:bodyPr>
          <a:lstStyle/>
          <a:p>
            <a:pPr marL="400050" indent="-285750">
              <a:spcBef>
                <a:spcPts val="0"/>
              </a:spcBef>
              <a:buFont typeface="Wingdings" panose="05000000000000000000" pitchFamily="2" charset="2"/>
              <a:buChar char="§"/>
            </a:pPr>
            <a:r>
              <a:rPr lang="en-US" sz="1800" b="1" dirty="0"/>
              <a:t>J2EE -Servlets and JSP,Database Connectivity,Java Mail</a:t>
            </a:r>
          </a:p>
          <a:p>
            <a:pPr marL="0" lvl="0" indent="457200" rtl="0">
              <a:spcBef>
                <a:spcPts val="0"/>
              </a:spcBef>
              <a:buNone/>
            </a:pPr>
            <a:r>
              <a:rPr lang="en-US" sz="1800" b="1" dirty="0">
                <a:solidFill>
                  <a:srgbClr val="222222"/>
                </a:solidFill>
                <a:highlight>
                  <a:srgbClr val="FFFFFF"/>
                </a:highlight>
                <a:latin typeface="Times New Roman"/>
                <a:ea typeface="Times New Roman"/>
                <a:cs typeface="Times New Roman"/>
                <a:sym typeface="Times New Roman"/>
              </a:rPr>
              <a:t>HyperText MarkUp Language And Cascading Style Sheets</a:t>
            </a:r>
            <a:r>
              <a:rPr lang="en-US" sz="1800" b="1" dirty="0">
                <a:highlight>
                  <a:srgbClr val="FFFFFF"/>
                </a:highlight>
                <a:latin typeface="Times New Roman"/>
                <a:ea typeface="Times New Roman"/>
                <a:cs typeface="Times New Roman"/>
                <a:sym typeface="Times New Roman"/>
              </a:rPr>
              <a:t> </a:t>
            </a:r>
          </a:p>
          <a:p>
            <a:pPr marL="0" lvl="0" indent="457200" rtl="0">
              <a:spcBef>
                <a:spcPts val="0"/>
              </a:spcBef>
              <a:buNone/>
            </a:pPr>
            <a:r>
              <a:rPr lang="en-US" sz="1800" b="1" dirty="0">
                <a:solidFill>
                  <a:srgbClr val="222222"/>
                </a:solidFill>
                <a:latin typeface="Times New Roman"/>
                <a:ea typeface="Times New Roman"/>
                <a:cs typeface="Times New Roman"/>
                <a:sym typeface="Times New Roman"/>
              </a:rPr>
              <a:t>JavaScript</a:t>
            </a:r>
          </a:p>
          <a:p>
            <a:pPr marL="0" lvl="0" indent="457200" rtl="0">
              <a:spcBef>
                <a:spcPts val="0"/>
              </a:spcBef>
              <a:buNone/>
            </a:pPr>
            <a:r>
              <a:rPr lang="en-US" sz="1800" b="1" dirty="0">
                <a:solidFill>
                  <a:srgbClr val="222222"/>
                </a:solidFill>
                <a:latin typeface="Times New Roman"/>
                <a:ea typeface="Times New Roman"/>
                <a:cs typeface="Times New Roman"/>
                <a:sym typeface="Times New Roman"/>
              </a:rPr>
              <a:t>SQL DataBase -Apache Derby</a:t>
            </a:r>
          </a:p>
          <a:p>
            <a:pPr marL="0" lvl="0" indent="457200" rtl="0">
              <a:spcBef>
                <a:spcPts val="0"/>
              </a:spcBef>
              <a:buNone/>
            </a:pPr>
            <a:r>
              <a:rPr lang="en-US" sz="1800" b="1" dirty="0">
                <a:solidFill>
                  <a:srgbClr val="222222"/>
                </a:solidFill>
                <a:latin typeface="Times New Roman"/>
                <a:ea typeface="Times New Roman"/>
                <a:cs typeface="Times New Roman"/>
                <a:sym typeface="Times New Roman"/>
              </a:rPr>
              <a:t>Server -Glassfish Server</a:t>
            </a:r>
          </a:p>
          <a:p>
            <a:pPr marL="0" lvl="0" indent="457200" rtl="0">
              <a:spcBef>
                <a:spcPts val="0"/>
              </a:spcBef>
              <a:buNone/>
            </a:pPr>
            <a:r>
              <a:rPr lang="en-US" sz="1800" b="1" dirty="0">
                <a:solidFill>
                  <a:srgbClr val="222222"/>
                </a:solidFill>
                <a:latin typeface="Times New Roman"/>
                <a:ea typeface="Times New Roman"/>
                <a:cs typeface="Times New Roman"/>
                <a:sym typeface="Times New Roman"/>
              </a:rPr>
              <a:t>Selenium Web Browser Automation</a:t>
            </a:r>
          </a:p>
          <a:p>
            <a:pPr marL="0" lvl="0" indent="0">
              <a:spcBef>
                <a:spcPts val="0"/>
              </a:spcBef>
              <a:buNone/>
            </a:pPr>
            <a:endParaRPr sz="2200" b="1" dirty="0"/>
          </a:p>
        </p:txBody>
      </p:sp>
      <p:sp>
        <p:nvSpPr>
          <p:cNvPr id="118" name="Shape 118"/>
          <p:cNvSpPr txBox="1"/>
          <p:nvPr/>
        </p:nvSpPr>
        <p:spPr>
          <a:xfrm>
            <a:off x="792480" y="2992925"/>
            <a:ext cx="8643900" cy="1008300"/>
          </a:xfrm>
          <a:prstGeom prst="rect">
            <a:avLst/>
          </a:prstGeom>
          <a:noFill/>
          <a:ln>
            <a:noFill/>
          </a:ln>
        </p:spPr>
        <p:txBody>
          <a:bodyPr lIns="91425" tIns="91425" rIns="91425" bIns="91425" anchor="t" anchorCtr="0">
            <a:noAutofit/>
          </a:bodyPr>
          <a:lstStyle/>
          <a:p>
            <a:pPr lvl="0" algn="just" rtl="0">
              <a:lnSpc>
                <a:spcPct val="115000"/>
              </a:lnSpc>
              <a:spcBef>
                <a:spcPts val="0"/>
              </a:spcBef>
              <a:buClr>
                <a:schemeClr val="dk1"/>
              </a:buClr>
              <a:buFont typeface="Arial"/>
              <a:buNone/>
            </a:pPr>
            <a:endParaRPr sz="1200" b="1" dirty="0">
              <a:solidFill>
                <a:schemeClr val="dk1"/>
              </a:solidFill>
              <a:highlight>
                <a:srgbClr val="FFFFFF"/>
              </a:highlight>
              <a:latin typeface="Times New Roman"/>
              <a:ea typeface="Times New Roman"/>
              <a:cs typeface="Times New Roman"/>
              <a:sym typeface="Times New Roman"/>
            </a:endParaRPr>
          </a:p>
          <a:p>
            <a:pPr lvl="0" algn="just" rtl="0">
              <a:lnSpc>
                <a:spcPct val="115000"/>
              </a:lnSpc>
              <a:spcBef>
                <a:spcPts val="0"/>
              </a:spcBef>
              <a:buClr>
                <a:schemeClr val="dk1"/>
              </a:buClr>
              <a:buFont typeface="Arial"/>
              <a:buNone/>
            </a:pPr>
            <a:endParaRPr sz="1800" b="1" dirty="0">
              <a:solidFill>
                <a:schemeClr val="dk1"/>
              </a:solidFill>
              <a:highlight>
                <a:srgbClr val="FFFFFF"/>
              </a:highlight>
              <a:latin typeface="Times New Roman"/>
              <a:ea typeface="Times New Roman"/>
              <a:cs typeface="Times New Roman"/>
              <a:sym typeface="Times New Roman"/>
            </a:endParaRPr>
          </a:p>
          <a:p>
            <a:pPr marL="400050" lvl="0" indent="-285750" algn="just" rtl="0">
              <a:lnSpc>
                <a:spcPct val="115000"/>
              </a:lnSpc>
              <a:spcBef>
                <a:spcPts val="0"/>
              </a:spcBef>
              <a:buClr>
                <a:schemeClr val="dk1"/>
              </a:buClr>
              <a:buSzPct val="100000"/>
              <a:buFont typeface="Wingdings" panose="05000000000000000000" pitchFamily="2" charset="2"/>
              <a:buChar char="§"/>
            </a:pPr>
            <a:r>
              <a:rPr lang="en-US" sz="1800" b="1" dirty="0">
                <a:solidFill>
                  <a:schemeClr val="dk1"/>
                </a:solidFill>
                <a:highlight>
                  <a:srgbClr val="FFFFFF"/>
                </a:highlight>
                <a:latin typeface="Times New Roman"/>
                <a:ea typeface="Times New Roman"/>
                <a:cs typeface="Times New Roman"/>
                <a:sym typeface="Times New Roman"/>
              </a:rPr>
              <a:t>Web server with JRE 1.8 properties. </a:t>
            </a:r>
          </a:p>
          <a:p>
            <a:pPr lvl="0" indent="387350" algn="just" rtl="0">
              <a:lnSpc>
                <a:spcPct val="115000"/>
              </a:lnSpc>
              <a:spcBef>
                <a:spcPts val="0"/>
              </a:spcBef>
              <a:buClr>
                <a:schemeClr val="dk1"/>
              </a:buClr>
              <a:buSzPct val="61111"/>
              <a:buFont typeface="Arial"/>
              <a:buNone/>
            </a:pPr>
            <a:r>
              <a:rPr lang="en-US" sz="1800" b="1" dirty="0">
                <a:solidFill>
                  <a:schemeClr val="dk1"/>
                </a:solidFill>
                <a:highlight>
                  <a:srgbClr val="FFFFFF"/>
                </a:highlight>
                <a:latin typeface="Times New Roman"/>
                <a:ea typeface="Times New Roman"/>
                <a:cs typeface="Times New Roman"/>
                <a:sym typeface="Times New Roman"/>
              </a:rPr>
              <a:t>Java development kit and Java Runtime Environment. (1.8 recommended)  </a:t>
            </a:r>
          </a:p>
          <a:p>
            <a:pPr lvl="0" indent="387350" algn="just" rtl="0">
              <a:lnSpc>
                <a:spcPct val="115000"/>
              </a:lnSpc>
              <a:spcBef>
                <a:spcPts val="0"/>
              </a:spcBef>
              <a:buClr>
                <a:schemeClr val="dk1"/>
              </a:buClr>
              <a:buSzPct val="61111"/>
              <a:buFont typeface="Arial"/>
              <a:buNone/>
            </a:pPr>
            <a:r>
              <a:rPr lang="en-US" sz="1800" b="1" dirty="0">
                <a:solidFill>
                  <a:schemeClr val="dk1"/>
                </a:solidFill>
                <a:highlight>
                  <a:srgbClr val="FFFFFF"/>
                </a:highlight>
                <a:latin typeface="Times New Roman"/>
                <a:ea typeface="Times New Roman"/>
                <a:cs typeface="Times New Roman"/>
                <a:sym typeface="Times New Roman"/>
              </a:rPr>
              <a:t>Netbeans IDE. (8.2 or higher) </a:t>
            </a:r>
          </a:p>
          <a:p>
            <a:pPr lvl="0" indent="387350" algn="just" rtl="0">
              <a:lnSpc>
                <a:spcPct val="115000"/>
              </a:lnSpc>
              <a:spcBef>
                <a:spcPts val="0"/>
              </a:spcBef>
              <a:buClr>
                <a:schemeClr val="dk1"/>
              </a:buClr>
              <a:buSzPct val="61111"/>
              <a:buFont typeface="Arial"/>
              <a:buNone/>
            </a:pPr>
            <a:r>
              <a:rPr lang="en-US" sz="1800" b="1" dirty="0">
                <a:solidFill>
                  <a:schemeClr val="dk1"/>
                </a:solidFill>
                <a:highlight>
                  <a:srgbClr val="FFFFFF"/>
                </a:highlight>
                <a:latin typeface="Times New Roman"/>
                <a:ea typeface="Times New Roman"/>
                <a:cs typeface="Times New Roman"/>
                <a:sym typeface="Times New Roman"/>
              </a:rPr>
              <a:t>MySQL software. </a:t>
            </a:r>
          </a:p>
          <a:p>
            <a:pPr lvl="0" indent="387350" algn="just" rtl="0">
              <a:lnSpc>
                <a:spcPct val="115000"/>
              </a:lnSpc>
              <a:spcBef>
                <a:spcPts val="0"/>
              </a:spcBef>
              <a:buClr>
                <a:schemeClr val="dk1"/>
              </a:buClr>
              <a:buSzPct val="61111"/>
              <a:buFont typeface="Arial"/>
              <a:buNone/>
            </a:pPr>
            <a:r>
              <a:rPr lang="en-US" sz="1800" b="1" dirty="0">
                <a:solidFill>
                  <a:schemeClr val="dk1"/>
                </a:solidFill>
                <a:highlight>
                  <a:srgbClr val="FFFFFF"/>
                </a:highlight>
                <a:latin typeface="Times New Roman"/>
                <a:ea typeface="Times New Roman"/>
                <a:cs typeface="Times New Roman"/>
                <a:sym typeface="Times New Roman"/>
              </a:rPr>
              <a:t>Web Browser (Chrome recommended)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Shape 124"/>
          <p:cNvSpPr txBox="1">
            <a:spLocks noGrp="1"/>
          </p:cNvSpPr>
          <p:nvPr>
            <p:ph type="title"/>
          </p:nvPr>
        </p:nvSpPr>
        <p:spPr>
          <a:xfrm>
            <a:off x="1478650" y="2334425"/>
            <a:ext cx="10515600" cy="1325700"/>
          </a:xfrm>
          <a:prstGeom prst="rect">
            <a:avLst/>
          </a:prstGeom>
        </p:spPr>
        <p:txBody>
          <a:bodyPr lIns="91425" tIns="91425" rIns="91425" bIns="91425" anchor="ctr" anchorCtr="0">
            <a:noAutofit/>
          </a:bodyPr>
          <a:lstStyle/>
          <a:p>
            <a:pPr marL="3200400" lvl="0" indent="457200" rtl="0">
              <a:spcBef>
                <a:spcPts val="0"/>
              </a:spcBef>
              <a:buNone/>
            </a:pPr>
            <a:r>
              <a:rPr lang="en-US" sz="3600" b="1">
                <a:highlight>
                  <a:srgbClr val="FFFFFF"/>
                </a:highlight>
                <a:latin typeface="Times New Roman"/>
                <a:ea typeface="Times New Roman"/>
                <a:cs typeface="Times New Roman"/>
                <a:sym typeface="Times New Roman"/>
              </a:rPr>
              <a:t>DESIGN  </a:t>
            </a:r>
          </a:p>
          <a:p>
            <a:pPr marL="0" lvl="0" indent="-69850">
              <a:spcBef>
                <a:spcPts val="0"/>
              </a:spcBef>
              <a:buClr>
                <a:schemeClr val="dk1"/>
              </a:buClr>
              <a:buSzPct val="30555"/>
              <a:buFont typeface="Arial"/>
              <a:buNone/>
            </a:pPr>
            <a:r>
              <a:rPr lang="en-US" sz="3600" b="1">
                <a:highlight>
                  <a:srgbClr val="FFFFFF"/>
                </a:highlight>
                <a:latin typeface="Times New Roman"/>
                <a:ea typeface="Times New Roman"/>
                <a:cs typeface="Times New Roman"/>
                <a:sym typeface="Times New Roman"/>
              </a:rPr>
              <a:t>Explanation Through The Data Flow Diagram</a:t>
            </a:r>
          </a:p>
          <a:p>
            <a:pPr lvl="0">
              <a:spcBef>
                <a:spcPts val="0"/>
              </a:spcBef>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Shape 130"/>
          <p:cNvSpPr txBox="1">
            <a:spLocks noGrp="1"/>
          </p:cNvSpPr>
          <p:nvPr>
            <p:ph type="title"/>
          </p:nvPr>
        </p:nvSpPr>
        <p:spPr>
          <a:xfrm>
            <a:off x="762000" y="0"/>
            <a:ext cx="10515600" cy="1325700"/>
          </a:xfrm>
          <a:prstGeom prst="rect">
            <a:avLst/>
          </a:prstGeom>
        </p:spPr>
        <p:txBody>
          <a:bodyPr lIns="91425" tIns="91425" rIns="91425" bIns="91425" anchor="ctr" anchorCtr="0">
            <a:noAutofit/>
          </a:bodyPr>
          <a:lstStyle/>
          <a:p>
            <a:pPr lvl="0">
              <a:spcBef>
                <a:spcPts val="0"/>
              </a:spcBef>
              <a:buNone/>
            </a:pPr>
            <a:r>
              <a:rPr lang="en-US" dirty="0"/>
              <a:t>			</a:t>
            </a:r>
            <a:r>
              <a:rPr lang="en-US" sz="4800" b="1" dirty="0" smtClean="0"/>
              <a:t>Application </a:t>
            </a:r>
            <a:r>
              <a:rPr lang="en-US" sz="4800" b="1" dirty="0"/>
              <a:t>Overview</a:t>
            </a:r>
          </a:p>
        </p:txBody>
      </p:sp>
      <p:pic>
        <p:nvPicPr>
          <p:cNvPr id="131" name="Shape 131"/>
          <p:cNvPicPr preferRelativeResize="0"/>
          <p:nvPr/>
        </p:nvPicPr>
        <p:blipFill>
          <a:blip r:embed="rId3">
            <a:alphaModFix/>
          </a:blip>
          <a:stretch>
            <a:fillRect/>
          </a:stretch>
        </p:blipFill>
        <p:spPr>
          <a:xfrm>
            <a:off x="1266155" y="1112160"/>
            <a:ext cx="9211525" cy="52537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Shape 137"/>
          <p:cNvSpPr txBox="1">
            <a:spLocks noGrp="1"/>
          </p:cNvSpPr>
          <p:nvPr>
            <p:ph type="title"/>
          </p:nvPr>
        </p:nvSpPr>
        <p:spPr>
          <a:xfrm>
            <a:off x="914400" y="-182880"/>
            <a:ext cx="10515600" cy="1325700"/>
          </a:xfrm>
          <a:prstGeom prst="rect">
            <a:avLst/>
          </a:prstGeom>
        </p:spPr>
        <p:txBody>
          <a:bodyPr lIns="91425" tIns="91425" rIns="91425" bIns="91425" anchor="ctr" anchorCtr="0">
            <a:noAutofit/>
          </a:bodyPr>
          <a:lstStyle/>
          <a:p>
            <a:pPr marL="2743200" lvl="0" indent="457200">
              <a:spcBef>
                <a:spcPts val="0"/>
              </a:spcBef>
              <a:buNone/>
            </a:pPr>
            <a:r>
              <a:rPr lang="en-US" dirty="0"/>
              <a:t>Student’s View</a:t>
            </a:r>
          </a:p>
        </p:txBody>
      </p:sp>
      <p:pic>
        <p:nvPicPr>
          <p:cNvPr id="138" name="Shape 138"/>
          <p:cNvPicPr preferRelativeResize="0"/>
          <p:nvPr/>
        </p:nvPicPr>
        <p:blipFill>
          <a:blip r:embed="rId3">
            <a:alphaModFix/>
          </a:blip>
          <a:stretch>
            <a:fillRect/>
          </a:stretch>
        </p:blipFill>
        <p:spPr>
          <a:xfrm>
            <a:off x="1699855" y="1142820"/>
            <a:ext cx="8541425" cy="521226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Shape 144"/>
          <p:cNvSpPr txBox="1">
            <a:spLocks noGrp="1"/>
          </p:cNvSpPr>
          <p:nvPr>
            <p:ph type="title"/>
          </p:nvPr>
        </p:nvSpPr>
        <p:spPr>
          <a:xfrm>
            <a:off x="838200" y="-206375"/>
            <a:ext cx="10515600" cy="1325700"/>
          </a:xfrm>
          <a:prstGeom prst="rect">
            <a:avLst/>
          </a:prstGeom>
        </p:spPr>
        <p:txBody>
          <a:bodyPr lIns="91425" tIns="91425" rIns="91425" bIns="91425" anchor="ctr" anchorCtr="0">
            <a:noAutofit/>
          </a:bodyPr>
          <a:lstStyle/>
          <a:p>
            <a:pPr marL="2743200" lvl="0" indent="457200">
              <a:spcBef>
                <a:spcPts val="0"/>
              </a:spcBef>
              <a:buNone/>
            </a:pPr>
            <a:r>
              <a:rPr lang="en-US"/>
              <a:t>Warden’s View</a:t>
            </a:r>
          </a:p>
        </p:txBody>
      </p:sp>
      <p:pic>
        <p:nvPicPr>
          <p:cNvPr id="145" name="Shape 145"/>
          <p:cNvPicPr preferRelativeResize="0"/>
          <p:nvPr/>
        </p:nvPicPr>
        <p:blipFill>
          <a:blip r:embed="rId3">
            <a:alphaModFix/>
          </a:blip>
          <a:stretch>
            <a:fillRect/>
          </a:stretch>
        </p:blipFill>
        <p:spPr>
          <a:xfrm>
            <a:off x="3413760" y="1119325"/>
            <a:ext cx="5951092" cy="503763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Shape 151"/>
          <p:cNvSpPr txBox="1">
            <a:spLocks noGrp="1"/>
          </p:cNvSpPr>
          <p:nvPr>
            <p:ph type="title"/>
          </p:nvPr>
        </p:nvSpPr>
        <p:spPr>
          <a:xfrm>
            <a:off x="1065410" y="0"/>
            <a:ext cx="10515600" cy="1325700"/>
          </a:xfrm>
          <a:prstGeom prst="rect">
            <a:avLst/>
          </a:prstGeom>
        </p:spPr>
        <p:txBody>
          <a:bodyPr lIns="91425" tIns="91425" rIns="91425" bIns="91425" anchor="ctr" anchorCtr="0">
            <a:noAutofit/>
          </a:bodyPr>
          <a:lstStyle/>
          <a:p>
            <a:pPr marL="2743200" lvl="0" indent="457200">
              <a:spcBef>
                <a:spcPts val="0"/>
              </a:spcBef>
              <a:buNone/>
            </a:pPr>
            <a:r>
              <a:rPr lang="en-US" dirty="0"/>
              <a:t>Admin’s View</a:t>
            </a:r>
          </a:p>
        </p:txBody>
      </p:sp>
      <p:pic>
        <p:nvPicPr>
          <p:cNvPr id="152" name="Shape 152"/>
          <p:cNvPicPr preferRelativeResize="0"/>
          <p:nvPr/>
        </p:nvPicPr>
        <p:blipFill>
          <a:blip r:embed="rId3">
            <a:alphaModFix/>
          </a:blip>
          <a:stretch>
            <a:fillRect/>
          </a:stretch>
        </p:blipFill>
        <p:spPr>
          <a:xfrm>
            <a:off x="3531845" y="1051560"/>
            <a:ext cx="5582730" cy="5486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Shape 158"/>
          <p:cNvSpPr txBox="1">
            <a:spLocks noGrp="1"/>
          </p:cNvSpPr>
          <p:nvPr>
            <p:ph type="title"/>
          </p:nvPr>
        </p:nvSpPr>
        <p:spPr>
          <a:xfrm>
            <a:off x="838200" y="2246600"/>
            <a:ext cx="10515600" cy="1325700"/>
          </a:xfrm>
          <a:prstGeom prst="rect">
            <a:avLst/>
          </a:prstGeom>
        </p:spPr>
        <p:txBody>
          <a:bodyPr lIns="91425" tIns="91425" rIns="91425" bIns="91425" anchor="ctr" anchorCtr="0">
            <a:noAutofit/>
          </a:bodyPr>
          <a:lstStyle/>
          <a:p>
            <a:pPr marL="1371600" lvl="0" indent="457200">
              <a:spcBef>
                <a:spcPts val="0"/>
              </a:spcBef>
              <a:buNone/>
            </a:pPr>
            <a:r>
              <a:rPr lang="en-US" sz="6000" b="1"/>
              <a:t>IMPLEMENTATION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Shape 163"/>
          <p:cNvSpPr txBox="1">
            <a:spLocks noGrp="1"/>
          </p:cNvSpPr>
          <p:nvPr>
            <p:ph type="title"/>
          </p:nvPr>
        </p:nvSpPr>
        <p:spPr>
          <a:xfrm>
            <a:off x="838200" y="365125"/>
            <a:ext cx="10515599" cy="1325562"/>
          </a:xfrm>
          <a:prstGeom prst="rect">
            <a:avLst/>
          </a:prstGeom>
          <a:noFill/>
          <a:ln>
            <a:noFill/>
          </a:ln>
        </p:spPr>
        <p:txBody>
          <a:bodyPr lIns="91425" tIns="45700" rIns="91425" bIns="45700" anchor="ctr" anchorCtr="0">
            <a:noAutofit/>
          </a:bodyPr>
          <a:lstStyle/>
          <a:p>
            <a:pPr marL="0" marR="0" lvl="0" indent="0" algn="ctr" rtl="0">
              <a:lnSpc>
                <a:spcPct val="90000"/>
              </a:lnSpc>
              <a:spcBef>
                <a:spcPts val="0"/>
              </a:spcBef>
              <a:buClr>
                <a:schemeClr val="dk1"/>
              </a:buClr>
              <a:buSzPct val="25000"/>
              <a:buFont typeface="Quattrocento Sans"/>
              <a:buNone/>
            </a:pPr>
            <a:r>
              <a:rPr lang="en-US" sz="4800" b="0" i="0" u="none" strike="noStrike" cap="none">
                <a:solidFill>
                  <a:schemeClr val="dk1"/>
                </a:solidFill>
                <a:latin typeface="Quattrocento Sans"/>
                <a:ea typeface="Quattrocento Sans"/>
                <a:cs typeface="Quattrocento Sans"/>
                <a:sym typeface="Quattrocento Sans"/>
              </a:rPr>
              <a:t>OUTPASS PORTAL</a:t>
            </a:r>
          </a:p>
        </p:txBody>
      </p:sp>
      <p:pic>
        <p:nvPicPr>
          <p:cNvPr id="164" name="Shape 164"/>
          <p:cNvPicPr preferRelativeResize="0">
            <a:picLocks noGrp="1"/>
          </p:cNvPicPr>
          <p:nvPr>
            <p:ph type="body" idx="1"/>
          </p:nvPr>
        </p:nvPicPr>
        <p:blipFill rotWithShape="1">
          <a:blip r:embed="rId3">
            <a:alphaModFix/>
          </a:blip>
          <a:srcRect/>
          <a:stretch/>
        </p:blipFill>
        <p:spPr>
          <a:xfrm>
            <a:off x="354974" y="2207925"/>
            <a:ext cx="5159100" cy="3024300"/>
          </a:xfrm>
          <a:prstGeom prst="rect">
            <a:avLst/>
          </a:prstGeom>
          <a:noFill/>
          <a:ln>
            <a:noFill/>
          </a:ln>
        </p:spPr>
      </p:pic>
      <p:sp>
        <p:nvSpPr>
          <p:cNvPr id="165" name="Shape 165"/>
          <p:cNvSpPr txBox="1"/>
          <p:nvPr/>
        </p:nvSpPr>
        <p:spPr>
          <a:xfrm>
            <a:off x="5590514" y="2093024"/>
            <a:ext cx="6510600" cy="3139200"/>
          </a:xfrm>
          <a:prstGeom prst="rect">
            <a:avLst/>
          </a:prstGeom>
          <a:noFill/>
          <a:ln>
            <a:noFill/>
          </a:ln>
        </p:spPr>
        <p:txBody>
          <a:bodyPr lIns="91425" tIns="45700" rIns="91425" bIns="45700" anchor="t" anchorCtr="0">
            <a:noAutofit/>
          </a:bodyPr>
          <a:lstStyle/>
          <a:p>
            <a:pPr marL="0" marR="0" lvl="0" indent="0" algn="ctr" rtl="0">
              <a:spcBef>
                <a:spcPts val="0"/>
              </a:spcBef>
              <a:buSzPct val="25000"/>
              <a:buNone/>
            </a:pPr>
            <a:r>
              <a:rPr lang="en-US" sz="2400" b="1" i="0" u="sng" strike="noStrike" cap="none">
                <a:solidFill>
                  <a:schemeClr val="dk1"/>
                </a:solidFill>
                <a:latin typeface="Calibri"/>
                <a:ea typeface="Calibri"/>
                <a:cs typeface="Calibri"/>
                <a:sym typeface="Calibri"/>
              </a:rPr>
              <a:t>Login page in Outpass Portal</a:t>
            </a:r>
          </a:p>
          <a:p>
            <a:pPr marL="0" marR="0" lvl="0" indent="0" algn="l" rtl="0">
              <a:spcBef>
                <a:spcPts val="0"/>
              </a:spcBef>
              <a:buNone/>
            </a:pPr>
            <a:endParaRPr sz="1800">
              <a:solidFill>
                <a:schemeClr val="dk1"/>
              </a:solidFill>
              <a:latin typeface="Calibri"/>
              <a:ea typeface="Calibri"/>
              <a:cs typeface="Calibri"/>
              <a:sym typeface="Calibri"/>
            </a:endParaRPr>
          </a:p>
          <a:p>
            <a:pPr marL="0" marR="0" lvl="0" indent="0" algn="just" rtl="0">
              <a:spcBef>
                <a:spcPts val="0"/>
              </a:spcBef>
              <a:buSzPct val="25000"/>
              <a:buNone/>
            </a:pPr>
            <a:r>
              <a:rPr lang="en-US" sz="1800">
                <a:solidFill>
                  <a:schemeClr val="dk1"/>
                </a:solidFill>
                <a:latin typeface="Calibri"/>
                <a:ea typeface="Calibri"/>
                <a:cs typeface="Calibri"/>
                <a:sym typeface="Calibri"/>
              </a:rPr>
              <a:t>One can login to this portal using his/her </a:t>
            </a:r>
            <a:r>
              <a:rPr lang="en-US" sz="2000" b="1">
                <a:solidFill>
                  <a:schemeClr val="dk1"/>
                </a:solidFill>
                <a:latin typeface="Calibri"/>
                <a:ea typeface="Calibri"/>
                <a:cs typeface="Calibri"/>
                <a:sym typeface="Calibri"/>
              </a:rPr>
              <a:t>login credentials </a:t>
            </a:r>
            <a:r>
              <a:rPr lang="en-US" sz="1800">
                <a:solidFill>
                  <a:schemeClr val="dk1"/>
                </a:solidFill>
                <a:latin typeface="Calibri"/>
                <a:ea typeface="Calibri"/>
                <a:cs typeface="Calibri"/>
                <a:sym typeface="Calibri"/>
              </a:rPr>
              <a:t>where,</a:t>
            </a:r>
          </a:p>
          <a:p>
            <a:pPr marL="0" marR="0" lvl="0" indent="0" algn="just" rtl="0">
              <a:spcBef>
                <a:spcPts val="0"/>
              </a:spcBef>
              <a:buSzPct val="25000"/>
              <a:buNone/>
            </a:pPr>
            <a:r>
              <a:rPr lang="en-US" sz="2000" b="1">
                <a:solidFill>
                  <a:schemeClr val="dk1"/>
                </a:solidFill>
                <a:latin typeface="Calibri"/>
                <a:ea typeface="Calibri"/>
                <a:cs typeface="Calibri"/>
                <a:sym typeface="Calibri"/>
              </a:rPr>
              <a:t>User ID is the Enrollment no</a:t>
            </a:r>
            <a:r>
              <a:rPr lang="en-US" sz="1800">
                <a:solidFill>
                  <a:schemeClr val="dk1"/>
                </a:solidFill>
                <a:latin typeface="Calibri"/>
                <a:ea typeface="Calibri"/>
                <a:cs typeface="Calibri"/>
                <a:sym typeface="Calibri"/>
              </a:rPr>
              <a:t>. assigned uniquely to everyone.</a:t>
            </a:r>
          </a:p>
          <a:p>
            <a:pPr marL="0" marR="0" lvl="0" indent="0" algn="just" rtl="0">
              <a:spcBef>
                <a:spcPts val="0"/>
              </a:spcBef>
              <a:buSzPct val="25000"/>
              <a:buNone/>
            </a:pPr>
            <a:r>
              <a:rPr lang="en-US" sz="1800">
                <a:solidFill>
                  <a:schemeClr val="dk1"/>
                </a:solidFill>
                <a:latin typeface="Calibri"/>
                <a:ea typeface="Calibri"/>
                <a:cs typeface="Calibri"/>
                <a:sym typeface="Calibri"/>
              </a:rPr>
              <a:t>Password is a secret String set by the user itself.</a:t>
            </a:r>
          </a:p>
          <a:p>
            <a:pPr marL="0" marR="0" lvl="0" indent="0" algn="just" rtl="0">
              <a:spcBef>
                <a:spcPts val="0"/>
              </a:spcBef>
              <a:buNone/>
            </a:pPr>
            <a:endParaRPr sz="1800">
              <a:solidFill>
                <a:schemeClr val="dk1"/>
              </a:solidFill>
              <a:latin typeface="Calibri"/>
              <a:ea typeface="Calibri"/>
              <a:cs typeface="Calibri"/>
              <a:sym typeface="Calibri"/>
            </a:endParaRPr>
          </a:p>
          <a:p>
            <a:pPr marL="0" marR="0" lvl="0" indent="0" algn="just" rtl="0">
              <a:spcBef>
                <a:spcPts val="0"/>
              </a:spcBef>
              <a:buSzPct val="25000"/>
              <a:buNone/>
            </a:pPr>
            <a:r>
              <a:rPr lang="en-US" sz="1800">
                <a:solidFill>
                  <a:schemeClr val="dk1"/>
                </a:solidFill>
                <a:latin typeface="Calibri"/>
                <a:ea typeface="Calibri"/>
                <a:cs typeface="Calibri"/>
                <a:sym typeface="Calibri"/>
              </a:rPr>
              <a:t>There are two roles to login in this portal,</a:t>
            </a:r>
          </a:p>
          <a:p>
            <a:pPr marL="0" marR="0" lvl="0" indent="0" algn="just" rtl="0">
              <a:spcBef>
                <a:spcPts val="0"/>
              </a:spcBef>
              <a:buSzPct val="25000"/>
              <a:buNone/>
            </a:pPr>
            <a:r>
              <a:rPr lang="en-US" sz="1800">
                <a:solidFill>
                  <a:schemeClr val="dk1"/>
                </a:solidFill>
                <a:latin typeface="Calibri"/>
                <a:ea typeface="Calibri"/>
                <a:cs typeface="Calibri"/>
                <a:sym typeface="Calibri"/>
              </a:rPr>
              <a:t>One is for the hostlers to apply for and </a:t>
            </a:r>
            <a:r>
              <a:rPr lang="en-US" sz="2000" b="1">
                <a:solidFill>
                  <a:schemeClr val="dk1"/>
                </a:solidFill>
                <a:latin typeface="Calibri"/>
                <a:ea typeface="Calibri"/>
                <a:cs typeface="Calibri"/>
                <a:sym typeface="Calibri"/>
              </a:rPr>
              <a:t>generate outpass. </a:t>
            </a:r>
          </a:p>
          <a:p>
            <a:pPr marL="0" marR="0" lvl="0" indent="0" algn="just" rtl="0">
              <a:spcBef>
                <a:spcPts val="0"/>
              </a:spcBef>
              <a:buSzPct val="25000"/>
              <a:buNone/>
            </a:pPr>
            <a:r>
              <a:rPr lang="en-US" sz="1800">
                <a:solidFill>
                  <a:schemeClr val="dk1"/>
                </a:solidFill>
                <a:latin typeface="Calibri"/>
                <a:ea typeface="Calibri"/>
                <a:cs typeface="Calibri"/>
                <a:sym typeface="Calibri"/>
              </a:rPr>
              <a:t>Second is for the warden to </a:t>
            </a:r>
            <a:r>
              <a:rPr lang="en-US" sz="2000" b="1">
                <a:solidFill>
                  <a:schemeClr val="dk1"/>
                </a:solidFill>
                <a:latin typeface="Calibri"/>
                <a:ea typeface="Calibri"/>
                <a:cs typeface="Calibri"/>
                <a:sym typeface="Calibri"/>
              </a:rPr>
              <a:t>verify outpass</a:t>
            </a:r>
            <a:r>
              <a:rPr lang="en-US" sz="1800">
                <a:solidFill>
                  <a:schemeClr val="dk1"/>
                </a:solidFill>
                <a:latin typeface="Calibri"/>
                <a:ea typeface="Calibri"/>
                <a:cs typeface="Calibri"/>
                <a:sym typeface="Calibri"/>
              </a:rPr>
              <a:t> details and </a:t>
            </a:r>
            <a:r>
              <a:rPr lang="en-US" sz="2000" b="1">
                <a:solidFill>
                  <a:schemeClr val="dk1"/>
                </a:solidFill>
                <a:latin typeface="Calibri"/>
                <a:ea typeface="Calibri"/>
                <a:cs typeface="Calibri"/>
                <a:sym typeface="Calibri"/>
              </a:rPr>
              <a:t>provide outpass </a:t>
            </a:r>
            <a:r>
              <a:rPr lang="en-US" sz="1800">
                <a:solidFill>
                  <a:schemeClr val="dk1"/>
                </a:solidFill>
                <a:latin typeface="Calibri"/>
                <a:ea typeface="Calibri"/>
                <a:cs typeface="Calibri"/>
                <a:sym typeface="Calibri"/>
              </a:rPr>
              <a:t>services.</a:t>
            </a:r>
          </a:p>
          <a:p>
            <a:pPr marL="0" marR="0" lvl="0" indent="0" algn="l" rtl="0">
              <a:spcBef>
                <a:spcPts val="0"/>
              </a:spcBef>
              <a:buNone/>
            </a:pP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Shape 177"/>
          <p:cNvSpPr txBox="1">
            <a:spLocks noGrp="1"/>
          </p:cNvSpPr>
          <p:nvPr>
            <p:ph type="title"/>
          </p:nvPr>
        </p:nvSpPr>
        <p:spPr>
          <a:xfrm>
            <a:off x="838200" y="0"/>
            <a:ext cx="10515600" cy="1325700"/>
          </a:xfrm>
          <a:prstGeom prst="rect">
            <a:avLst/>
          </a:prstGeom>
          <a:noFill/>
          <a:ln>
            <a:noFill/>
          </a:ln>
        </p:spPr>
        <p:txBody>
          <a:bodyPr lIns="91425" tIns="45700" rIns="91425" bIns="45700" anchor="ctr" anchorCtr="0">
            <a:noAutofit/>
          </a:bodyPr>
          <a:lstStyle/>
          <a:p>
            <a:pPr marL="0" marR="0" lvl="0" indent="0" algn="ctr" rtl="0">
              <a:lnSpc>
                <a:spcPct val="90000"/>
              </a:lnSpc>
              <a:spcBef>
                <a:spcPts val="0"/>
              </a:spcBef>
              <a:buClr>
                <a:schemeClr val="dk1"/>
              </a:buClr>
              <a:buSzPct val="25000"/>
              <a:buFont typeface="Quattrocento Sans"/>
              <a:buNone/>
            </a:pPr>
            <a:r>
              <a:rPr lang="en-US" sz="3600" b="0" i="0" u="none" strike="noStrike" cap="none">
                <a:solidFill>
                  <a:schemeClr val="dk1"/>
                </a:solidFill>
                <a:latin typeface="Quattrocento Sans"/>
                <a:ea typeface="Quattrocento Sans"/>
                <a:cs typeface="Quattrocento Sans"/>
                <a:sym typeface="Quattrocento Sans"/>
              </a:rPr>
              <a:t>OUTPASS PORTAL FOR HOSTELLERS</a:t>
            </a:r>
          </a:p>
        </p:txBody>
      </p:sp>
      <p:pic>
        <p:nvPicPr>
          <p:cNvPr id="178" name="Shape 178"/>
          <p:cNvPicPr preferRelativeResize="0">
            <a:picLocks noGrp="1"/>
          </p:cNvPicPr>
          <p:nvPr>
            <p:ph type="body" idx="1"/>
          </p:nvPr>
        </p:nvPicPr>
        <p:blipFill rotWithShape="1">
          <a:blip r:embed="rId3">
            <a:alphaModFix/>
          </a:blip>
          <a:srcRect/>
          <a:stretch/>
        </p:blipFill>
        <p:spPr>
          <a:xfrm>
            <a:off x="73387" y="1164493"/>
            <a:ext cx="6368100" cy="5114700"/>
          </a:xfrm>
          <a:prstGeom prst="rect">
            <a:avLst/>
          </a:prstGeom>
          <a:noFill/>
          <a:ln>
            <a:noFill/>
          </a:ln>
        </p:spPr>
      </p:pic>
      <p:pic>
        <p:nvPicPr>
          <p:cNvPr id="179" name="Shape 179"/>
          <p:cNvPicPr preferRelativeResize="0"/>
          <p:nvPr/>
        </p:nvPicPr>
        <p:blipFill>
          <a:blip r:embed="rId4">
            <a:alphaModFix/>
          </a:blip>
          <a:stretch>
            <a:fillRect/>
          </a:stretch>
        </p:blipFill>
        <p:spPr>
          <a:xfrm>
            <a:off x="6957190" y="1164493"/>
            <a:ext cx="4286250" cy="2152650"/>
          </a:xfrm>
          <a:prstGeom prst="rect">
            <a:avLst/>
          </a:prstGeom>
          <a:noFill/>
          <a:ln>
            <a:noFill/>
          </a:ln>
        </p:spPr>
      </p:pic>
      <p:pic>
        <p:nvPicPr>
          <p:cNvPr id="180" name="Shape 180"/>
          <p:cNvPicPr preferRelativeResize="0"/>
          <p:nvPr/>
        </p:nvPicPr>
        <p:blipFill>
          <a:blip r:embed="rId5">
            <a:alphaModFix/>
          </a:blip>
          <a:stretch>
            <a:fillRect/>
          </a:stretch>
        </p:blipFill>
        <p:spPr>
          <a:xfrm>
            <a:off x="6650174" y="3469925"/>
            <a:ext cx="5516249" cy="32979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Shape 185"/>
          <p:cNvSpPr txBox="1">
            <a:spLocks noGrp="1"/>
          </p:cNvSpPr>
          <p:nvPr>
            <p:ph type="title"/>
          </p:nvPr>
        </p:nvSpPr>
        <p:spPr>
          <a:xfrm>
            <a:off x="768925" y="0"/>
            <a:ext cx="10515600" cy="1325700"/>
          </a:xfrm>
          <a:prstGeom prst="rect">
            <a:avLst/>
          </a:prstGeom>
          <a:noFill/>
          <a:ln>
            <a:noFill/>
          </a:ln>
        </p:spPr>
        <p:txBody>
          <a:bodyPr lIns="91425" tIns="45700" rIns="91425" bIns="45700" anchor="ctr" anchorCtr="0">
            <a:noAutofit/>
          </a:bodyPr>
          <a:lstStyle/>
          <a:p>
            <a:pPr marL="0" marR="0" lvl="0" indent="0" algn="ctr" rtl="0">
              <a:lnSpc>
                <a:spcPct val="90000"/>
              </a:lnSpc>
              <a:spcBef>
                <a:spcPts val="0"/>
              </a:spcBef>
              <a:buClr>
                <a:schemeClr val="dk1"/>
              </a:buClr>
              <a:buSzPct val="25000"/>
              <a:buFont typeface="Quattrocento Sans"/>
              <a:buNone/>
            </a:pPr>
            <a:r>
              <a:rPr lang="en-US" sz="3600" b="0" i="0" u="none" strike="noStrike" cap="none">
                <a:solidFill>
                  <a:schemeClr val="dk1"/>
                </a:solidFill>
                <a:latin typeface="Quattrocento Sans"/>
                <a:ea typeface="Quattrocento Sans"/>
                <a:cs typeface="Quattrocento Sans"/>
                <a:sym typeface="Quattrocento Sans"/>
              </a:rPr>
              <a:t>OUTPASS PORTAL FOR WARDEN</a:t>
            </a:r>
          </a:p>
        </p:txBody>
      </p:sp>
      <p:pic>
        <p:nvPicPr>
          <p:cNvPr id="186" name="Shape 186"/>
          <p:cNvPicPr preferRelativeResize="0"/>
          <p:nvPr/>
        </p:nvPicPr>
        <p:blipFill rotWithShape="1">
          <a:blip r:embed="rId3">
            <a:alphaModFix/>
          </a:blip>
          <a:srcRect/>
          <a:stretch/>
        </p:blipFill>
        <p:spPr>
          <a:xfrm>
            <a:off x="283779" y="1325701"/>
            <a:ext cx="6794938" cy="5012037"/>
          </a:xfrm>
          <a:prstGeom prst="rect">
            <a:avLst/>
          </a:prstGeom>
          <a:noFill/>
          <a:ln>
            <a:noFill/>
          </a:ln>
        </p:spPr>
      </p:pic>
      <p:pic>
        <p:nvPicPr>
          <p:cNvPr id="187" name="Shape 187"/>
          <p:cNvPicPr preferRelativeResize="0"/>
          <p:nvPr/>
        </p:nvPicPr>
        <p:blipFill>
          <a:blip r:embed="rId4">
            <a:alphaModFix/>
          </a:blip>
          <a:stretch>
            <a:fillRect/>
          </a:stretch>
        </p:blipFill>
        <p:spPr>
          <a:xfrm>
            <a:off x="5365100" y="2922174"/>
            <a:ext cx="6826900" cy="18842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Shape 193"/>
          <p:cNvPicPr preferRelativeResize="0"/>
          <p:nvPr/>
        </p:nvPicPr>
        <p:blipFill>
          <a:blip r:embed="rId3">
            <a:alphaModFix/>
          </a:blip>
          <a:stretch>
            <a:fillRect/>
          </a:stretch>
        </p:blipFill>
        <p:spPr>
          <a:xfrm>
            <a:off x="2303325" y="877949"/>
            <a:ext cx="7715175" cy="5317899"/>
          </a:xfrm>
          <a:prstGeom prst="rect">
            <a:avLst/>
          </a:prstGeom>
          <a:noFill/>
          <a:ln>
            <a:noFill/>
          </a:ln>
        </p:spPr>
      </p:pic>
      <p:sp>
        <p:nvSpPr>
          <p:cNvPr id="194" name="Shape 194"/>
          <p:cNvSpPr txBox="1"/>
          <p:nvPr/>
        </p:nvSpPr>
        <p:spPr>
          <a:xfrm>
            <a:off x="2173500" y="77550"/>
            <a:ext cx="7845000" cy="692700"/>
          </a:xfrm>
          <a:prstGeom prst="rect">
            <a:avLst/>
          </a:prstGeom>
          <a:noFill/>
          <a:ln>
            <a:noFill/>
          </a:ln>
        </p:spPr>
        <p:txBody>
          <a:bodyPr lIns="91425" tIns="91425" rIns="91425" bIns="91425" anchor="t" anchorCtr="0">
            <a:noAutofit/>
          </a:bodyPr>
          <a:lstStyle/>
          <a:p>
            <a:pPr lvl="0" algn="ctr" rtl="0">
              <a:lnSpc>
                <a:spcPct val="90000"/>
              </a:lnSpc>
              <a:spcBef>
                <a:spcPts val="0"/>
              </a:spcBef>
              <a:buClr>
                <a:schemeClr val="dk1"/>
              </a:buClr>
              <a:buSzPct val="25000"/>
              <a:buFont typeface="Quattrocento Sans"/>
              <a:buNone/>
            </a:pPr>
            <a:r>
              <a:rPr lang="en-US" sz="3600">
                <a:solidFill>
                  <a:schemeClr val="dk1"/>
                </a:solidFill>
                <a:latin typeface="Quattrocento Sans"/>
                <a:ea typeface="Quattrocento Sans"/>
                <a:cs typeface="Quattrocento Sans"/>
                <a:sym typeface="Quattrocento Sans"/>
              </a:rPr>
              <a:t>OUTPASS PORTAL FOR WARDEN</a:t>
            </a:r>
          </a:p>
          <a:p>
            <a:pPr lvl="0">
              <a:spcBef>
                <a:spcPts val="0"/>
              </a:spcBef>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Shape 199"/>
          <p:cNvSpPr txBox="1">
            <a:spLocks noGrp="1"/>
          </p:cNvSpPr>
          <p:nvPr>
            <p:ph type="title"/>
          </p:nvPr>
        </p:nvSpPr>
        <p:spPr>
          <a:xfrm>
            <a:off x="838200" y="170053"/>
            <a:ext cx="10515599" cy="1325562"/>
          </a:xfrm>
          <a:prstGeom prst="rect">
            <a:avLst/>
          </a:prstGeom>
          <a:noFill/>
          <a:ln>
            <a:noFill/>
          </a:ln>
        </p:spPr>
        <p:txBody>
          <a:bodyPr lIns="91425" tIns="45700" rIns="91425" bIns="45700" anchor="ctr" anchorCtr="0">
            <a:noAutofit/>
          </a:bodyPr>
          <a:lstStyle/>
          <a:p>
            <a:pPr marL="0" marR="0" lvl="0" indent="0" algn="ctr" rtl="0">
              <a:lnSpc>
                <a:spcPct val="90000"/>
              </a:lnSpc>
              <a:spcBef>
                <a:spcPts val="0"/>
              </a:spcBef>
              <a:buClr>
                <a:schemeClr val="dk1"/>
              </a:buClr>
              <a:buSzPct val="25000"/>
              <a:buFont typeface="Quattrocento Sans"/>
              <a:buNone/>
            </a:pPr>
            <a:r>
              <a:rPr lang="en-US" sz="3600" b="1" i="0" u="none" strike="noStrike" cap="none">
                <a:solidFill>
                  <a:schemeClr val="dk1"/>
                </a:solidFill>
                <a:latin typeface="Quattrocento Sans"/>
                <a:ea typeface="Quattrocento Sans"/>
                <a:cs typeface="Quattrocento Sans"/>
                <a:sym typeface="Quattrocento Sans"/>
              </a:rPr>
              <a:t>OUR JOURNEY</a:t>
            </a:r>
          </a:p>
        </p:txBody>
      </p:sp>
      <p:sp>
        <p:nvSpPr>
          <p:cNvPr id="200" name="Shape 200"/>
          <p:cNvSpPr txBox="1">
            <a:spLocks noGrp="1"/>
          </p:cNvSpPr>
          <p:nvPr>
            <p:ph type="body" idx="1"/>
          </p:nvPr>
        </p:nvSpPr>
        <p:spPr>
          <a:xfrm>
            <a:off x="838200" y="1495616"/>
            <a:ext cx="10515599" cy="4681347"/>
          </a:xfrm>
          <a:prstGeom prst="rect">
            <a:avLst/>
          </a:prstGeom>
          <a:noFill/>
          <a:ln>
            <a:noFill/>
          </a:ln>
        </p:spPr>
        <p:txBody>
          <a:bodyPr lIns="91425" tIns="45700" rIns="91425" bIns="45700" anchor="t" anchorCtr="0">
            <a:noAutofit/>
          </a:bodyPr>
          <a:lstStyle/>
          <a:p>
            <a:pPr marL="0" marR="0" lvl="0" indent="0" algn="l" rtl="0">
              <a:lnSpc>
                <a:spcPct val="90000"/>
              </a:lnSpc>
              <a:spcBef>
                <a:spcPts val="0"/>
              </a:spcBef>
              <a:buClr>
                <a:schemeClr val="dk1"/>
              </a:buClr>
              <a:buSzPct val="25000"/>
              <a:buFont typeface="Arial"/>
              <a:buNone/>
            </a:pPr>
            <a:r>
              <a:rPr lang="en-US" sz="1800" b="0" i="0" u="none" strike="noStrike" cap="none">
                <a:solidFill>
                  <a:schemeClr val="dk1"/>
                </a:solidFill>
                <a:latin typeface="Calibri"/>
                <a:ea typeface="Calibri"/>
                <a:cs typeface="Calibri"/>
                <a:sym typeface="Calibri"/>
              </a:rPr>
              <a:t> </a:t>
            </a:r>
          </a:p>
        </p:txBody>
      </p:sp>
      <p:sp>
        <p:nvSpPr>
          <p:cNvPr id="201" name="Shape 201"/>
          <p:cNvSpPr txBox="1"/>
          <p:nvPr/>
        </p:nvSpPr>
        <p:spPr>
          <a:xfrm>
            <a:off x="1408175" y="1434655"/>
            <a:ext cx="9375648" cy="5355312"/>
          </a:xfrm>
          <a:prstGeom prst="rect">
            <a:avLst/>
          </a:prstGeom>
          <a:noFill/>
          <a:ln>
            <a:noFill/>
          </a:ln>
        </p:spPr>
        <p:txBody>
          <a:bodyPr lIns="91425" tIns="45700" rIns="91425" bIns="45700" anchor="t" anchorCtr="0">
            <a:noAutofit/>
          </a:bodyPr>
          <a:lstStyle/>
          <a:p>
            <a:pPr marL="0" marR="0" lvl="0" indent="0" algn="just" rtl="0">
              <a:spcBef>
                <a:spcPts val="0"/>
              </a:spcBef>
              <a:buSzPct val="25000"/>
              <a:buNone/>
            </a:pPr>
            <a:r>
              <a:rPr lang="en-US" sz="1800">
                <a:solidFill>
                  <a:schemeClr val="dk1"/>
                </a:solidFill>
                <a:latin typeface="Calibri"/>
                <a:ea typeface="Calibri"/>
                <a:cs typeface="Calibri"/>
                <a:sym typeface="Calibri"/>
              </a:rPr>
              <a:t>Our journey so far has been quite staggering. It began with the thought of helping others. Being a part of this institution, some of the problems that we face as students are annoying and time consuming.</a:t>
            </a:r>
          </a:p>
          <a:p>
            <a:pPr marL="0" marR="0" lvl="0" indent="0" algn="just" rtl="0">
              <a:spcBef>
                <a:spcPts val="0"/>
              </a:spcBef>
              <a:buNone/>
            </a:pPr>
            <a:endParaRPr sz="1800">
              <a:solidFill>
                <a:schemeClr val="dk1"/>
              </a:solidFill>
              <a:latin typeface="Calibri"/>
              <a:ea typeface="Calibri"/>
              <a:cs typeface="Calibri"/>
              <a:sym typeface="Calibri"/>
            </a:endParaRPr>
          </a:p>
          <a:p>
            <a:pPr marL="0" marR="0" lvl="0" indent="0" algn="just" rtl="0">
              <a:spcBef>
                <a:spcPts val="0"/>
              </a:spcBef>
              <a:buSzPct val="25000"/>
              <a:buNone/>
            </a:pPr>
            <a:r>
              <a:rPr lang="en-US" sz="1800">
                <a:solidFill>
                  <a:schemeClr val="dk1"/>
                </a:solidFill>
                <a:latin typeface="Calibri"/>
                <a:ea typeface="Calibri"/>
                <a:cs typeface="Calibri"/>
                <a:sym typeface="Calibri"/>
              </a:rPr>
              <a:t>Implementing this idea was quite a deal and required a lot of sessions of brainstorming. On our way, we encountered many restrictions which always threw us a step backwards. But we all stood up against them and found other alternatives for most of our problems.</a:t>
            </a:r>
          </a:p>
          <a:p>
            <a:pPr marL="0" marR="0" lvl="0" indent="0" algn="just" rtl="0">
              <a:spcBef>
                <a:spcPts val="0"/>
              </a:spcBef>
              <a:buSzPct val="25000"/>
              <a:buNone/>
            </a:pPr>
            <a:r>
              <a:rPr lang="en-US" sz="1800">
                <a:solidFill>
                  <a:schemeClr val="dk1"/>
                </a:solidFill>
                <a:latin typeface="Calibri"/>
                <a:ea typeface="Calibri"/>
                <a:cs typeface="Calibri"/>
                <a:sym typeface="Calibri"/>
              </a:rPr>
              <a:t>This project as a part of a student’s life has taught us many things including teamwork and time management. It has also introduced us to various novel technological concepts and instilled in us important and necessary lessons of life. In addition, we have tried to achieve the best outcome thus, this project primarily focuses on improving the lives of students and the hostel staff. The technological difficulties have been supressing the workflow and therefore coping with the ideas and their successful execution was quite a challenging task.</a:t>
            </a:r>
          </a:p>
          <a:p>
            <a:pPr marL="0" marR="0" lvl="0" indent="0" algn="just" rtl="0">
              <a:spcBef>
                <a:spcPts val="0"/>
              </a:spcBef>
              <a:buNone/>
            </a:pPr>
            <a:endParaRPr sz="1800">
              <a:solidFill>
                <a:schemeClr val="dk1"/>
              </a:solidFill>
              <a:latin typeface="Calibri"/>
              <a:ea typeface="Calibri"/>
              <a:cs typeface="Calibri"/>
              <a:sym typeface="Calibri"/>
            </a:endParaRPr>
          </a:p>
          <a:p>
            <a:pPr marL="0" marR="0" lvl="0" indent="0" algn="just" rtl="0">
              <a:spcBef>
                <a:spcPts val="0"/>
              </a:spcBef>
              <a:buSzPct val="25000"/>
              <a:buNone/>
            </a:pPr>
            <a:r>
              <a:rPr lang="en-US" sz="1800">
                <a:solidFill>
                  <a:schemeClr val="dk1"/>
                </a:solidFill>
                <a:latin typeface="Calibri"/>
                <a:ea typeface="Calibri"/>
                <a:cs typeface="Calibri"/>
                <a:sym typeface="Calibri"/>
              </a:rPr>
              <a:t>In conclusion, we would like to acknowledge the efforts put by our supervisors – Ms. Divanshi Wangoo and Ms. Ulya Sabeel, in making time to listen to our problems and gently nudging us to do our bests.</a:t>
            </a:r>
          </a:p>
          <a:p>
            <a:pPr marL="0" marR="0" lvl="0" indent="0" algn="just" rtl="0">
              <a:spcBef>
                <a:spcPts val="0"/>
              </a:spcBef>
              <a:buNone/>
            </a:pPr>
            <a:endParaRPr sz="1800">
              <a:solidFill>
                <a:schemeClr val="dk1"/>
              </a:solidFill>
              <a:latin typeface="Calibri"/>
              <a:ea typeface="Calibri"/>
              <a:cs typeface="Calibri"/>
              <a:sym typeface="Calibri"/>
            </a:endParaRPr>
          </a:p>
          <a:p>
            <a:pPr marL="0" marR="0" lvl="0" indent="0" algn="r" rtl="0">
              <a:spcBef>
                <a:spcPts val="0"/>
              </a:spcBef>
              <a:buSzPct val="25000"/>
              <a:buNone/>
            </a:pPr>
            <a:r>
              <a:rPr lang="en-US" sz="1800">
                <a:solidFill>
                  <a:schemeClr val="dk1"/>
                </a:solidFill>
                <a:latin typeface="Calibri"/>
                <a:ea typeface="Calibri"/>
                <a:cs typeface="Calibri"/>
                <a:sym typeface="Calibri"/>
              </a:rPr>
              <a:t> </a:t>
            </a:r>
            <a:r>
              <a:rPr lang="en-US" sz="1800" b="1">
                <a:solidFill>
                  <a:schemeClr val="dk1"/>
                </a:solidFill>
                <a:latin typeface="Calibri"/>
                <a:ea typeface="Calibri"/>
                <a:cs typeface="Calibri"/>
                <a:sym typeface="Calibri"/>
              </a:rPr>
              <a:t>Thank You.</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552</Words>
  <Application>Microsoft Office PowerPoint</Application>
  <PresentationFormat>Widescreen</PresentationFormat>
  <Paragraphs>65</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Quattrocento Sans</vt:lpstr>
      <vt:lpstr>Wingdings</vt:lpstr>
      <vt:lpstr>Arial</vt:lpstr>
      <vt:lpstr>Times New Roman</vt:lpstr>
      <vt:lpstr>Calibri</vt:lpstr>
      <vt:lpstr>Office Theme</vt:lpstr>
      <vt:lpstr>AMINOT Outpass and  Notification Portal</vt:lpstr>
      <vt:lpstr>What Is Aminot?</vt:lpstr>
      <vt:lpstr>       Ethics-Pass-Through</vt:lpstr>
      <vt:lpstr>Present Scenario Along with it’s falls</vt:lpstr>
      <vt:lpstr>Technologies Used And Software Requirements</vt:lpstr>
      <vt:lpstr>DESIGN   Explanation Through The Data Flow Diagram </vt:lpstr>
      <vt:lpstr>   Application Overview</vt:lpstr>
      <vt:lpstr>Student’s View</vt:lpstr>
      <vt:lpstr>Warden’s View</vt:lpstr>
      <vt:lpstr>Admin’s View</vt:lpstr>
      <vt:lpstr>IMPLEMENTATION</vt:lpstr>
      <vt:lpstr>OUTPASS PORTAL</vt:lpstr>
      <vt:lpstr>OUTPASS PORTAL FOR HOSTELLERS</vt:lpstr>
      <vt:lpstr>OUTPASS PORTAL FOR WARDEN</vt:lpstr>
      <vt:lpstr>PowerPoint Presentation</vt:lpstr>
      <vt:lpstr>OUR JOURNEY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AMINOT Outpass and  Notification Portal</dc:title>
  <cp:lastModifiedBy>admin</cp:lastModifiedBy>
  <cp:revision>2</cp:revision>
  <dcterms:modified xsi:type="dcterms:W3CDTF">2023-05-18T08:19:07Z</dcterms:modified>
</cp:coreProperties>
</file>